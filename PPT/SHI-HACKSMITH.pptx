
<file path=[Content_Types].xml><?xml version="1.0" encoding="utf-8"?>
<Types xmlns="http://schemas.openxmlformats.org/package/2006/content-types">
  <Default Extension="b6rzT_r69WyMTtK7mmM0igHaHa" ContentType="image/jpeg"/>
  <Default Extension="fntdata" ContentType="application/x-fontdata"/>
  <Default Extension="jpg" ContentType="image/jpeg"/>
  <Default Extension="KQnMa2X_L1-FMmdBugGCRQHaHa" ContentType="image/jpeg"/>
  <Default Extension="pDaw14WLc5n5xF_Vxyo1_wHaHa" ContentType="image/jpeg"/>
  <Default Extension="png" ContentType="image/png"/>
  <Default Extension="rels" ContentType="application/vnd.openxmlformats-package.relationships+xml"/>
  <Default Extension="TLvPDXYJYSicUFYhoeAY1QHaHa" ContentType="image/jpeg"/>
  <Default Extension="xml" ContentType="application/xml"/>
  <Default Extension="Zs1rl19hVOTYEmsFgPsrXwHaET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3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Oswald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9" roundtripDataSignature="AMtx7mhfQx9O+U+G2wjoXrDPq++Tkhtno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0D2E32-250F-CFD5-6B6F-54B874B92D5C}" name="Sagar Kharbikar" initials="SK" userId="270dcdb5046aa350" providerId="Windows Live"/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85" dt="2026-08-30T18:25:20.007"/>
    <p1510:client id="{1B12AC79-A1F1-4902-A905-D9DAD5C50E87}" v="651" dt="2026-08-30T18:58:28.165"/>
    <p1510:client id="{720C907D-E5F6-C85B-9392-F2CCA115A5A5}" v="90" dt="2026-08-30T18:02:2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ar Kharbikar" userId="270dcdb5046aa350" providerId="LiveId" clId="{A2813ABE-5114-444A-A2C7-57665DF6516B}"/>
    <pc:docChg chg="undo custSel addSld delSld modSld">
      <pc:chgData name="Sagar Kharbikar" userId="270dcdb5046aa350" providerId="LiveId" clId="{A2813ABE-5114-444A-A2C7-57665DF6516B}" dt="2026-08-30T18:58:28.165" v="656" actId="1076"/>
      <pc:docMkLst>
        <pc:docMk/>
      </pc:docMkLst>
      <pc:sldChg chg="addSp delSp modSp add del mod">
        <pc:chgData name="Sagar Kharbikar" userId="270dcdb5046aa350" providerId="LiveId" clId="{A2813ABE-5114-444A-A2C7-57665DF6516B}" dt="2026-08-30T18:56:31.886" v="635" actId="2696"/>
        <pc:sldMkLst>
          <pc:docMk/>
          <pc:sldMk cId="0" sldId="256"/>
        </pc:sldMkLst>
        <pc:spChg chg="add mod">
          <ac:chgData name="Sagar Kharbikar" userId="270dcdb5046aa350" providerId="LiveId" clId="{A2813ABE-5114-444A-A2C7-57665DF6516B}" dt="2026-08-30T18:21:56.963" v="316" actId="20577"/>
          <ac:spMkLst>
            <pc:docMk/>
            <pc:sldMk cId="0" sldId="256"/>
            <ac:spMk id="2" creationId="{A739BAD8-07D6-FD86-7FBA-63018BEE516C}"/>
          </ac:spMkLst>
        </pc:spChg>
        <pc:spChg chg="mod">
          <ac:chgData name="Sagar Kharbikar" userId="270dcdb5046aa350" providerId="LiveId" clId="{A2813ABE-5114-444A-A2C7-57665DF6516B}" dt="2026-08-30T18:21:12.800" v="292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Sagar Kharbikar" userId="270dcdb5046aa350" providerId="LiveId" clId="{A2813ABE-5114-444A-A2C7-57665DF6516B}" dt="2026-08-30T18:21:09.438" v="291" actId="1076"/>
          <ac:spMkLst>
            <pc:docMk/>
            <pc:sldMk cId="0" sldId="256"/>
            <ac:spMk id="92" creationId="{00000000-0000-0000-0000-000000000000}"/>
          </ac:spMkLst>
        </pc:spChg>
        <pc:grpChg chg="mod">
          <ac:chgData name="Sagar Kharbikar" userId="270dcdb5046aa350" providerId="LiveId" clId="{A2813ABE-5114-444A-A2C7-57665DF6516B}" dt="2026-08-30T18:16:57.164" v="251" actId="1076"/>
          <ac:grpSpMkLst>
            <pc:docMk/>
            <pc:sldMk cId="0" sldId="256"/>
            <ac:grpSpMk id="89" creationId="{00000000-0000-0000-0000-000000000000}"/>
          </ac:grpSpMkLst>
        </pc:grpChg>
        <pc:picChg chg="add del">
          <ac:chgData name="Sagar Kharbikar" userId="270dcdb5046aa350" providerId="LiveId" clId="{A2813ABE-5114-444A-A2C7-57665DF6516B}" dt="2026-08-30T18:14:55.543" v="229" actId="22"/>
          <ac:picMkLst>
            <pc:docMk/>
            <pc:sldMk cId="0" sldId="256"/>
            <ac:picMk id="4" creationId="{95974439-C351-8BDA-46AD-B92D2C21E31B}"/>
          </ac:picMkLst>
        </pc:picChg>
        <pc:picChg chg="mod">
          <ac:chgData name="Sagar Kharbikar" userId="270dcdb5046aa350" providerId="LiveId" clId="{A2813ABE-5114-444A-A2C7-57665DF6516B}" dt="2026-08-30T18:09:33.455" v="187" actId="1076"/>
          <ac:picMkLst>
            <pc:docMk/>
            <pc:sldMk cId="0" sldId="256"/>
            <ac:picMk id="91" creationId="{00000000-0000-0000-0000-000000000000}"/>
          </ac:picMkLst>
        </pc:picChg>
      </pc:sldChg>
      <pc:sldChg chg="addSp delSp modSp mod">
        <pc:chgData name="Sagar Kharbikar" userId="270dcdb5046aa350" providerId="LiveId" clId="{A2813ABE-5114-444A-A2C7-57665DF6516B}" dt="2026-08-30T18:56:18.936" v="634" actId="1076"/>
        <pc:sldMkLst>
          <pc:docMk/>
          <pc:sldMk cId="0" sldId="257"/>
        </pc:sldMkLst>
        <pc:spChg chg="add del mod">
          <ac:chgData name="Sagar Kharbikar" userId="270dcdb5046aa350" providerId="LiveId" clId="{A2813ABE-5114-444A-A2C7-57665DF6516B}" dt="2026-08-30T18:52:12.033" v="574" actId="478"/>
          <ac:spMkLst>
            <pc:docMk/>
            <pc:sldMk cId="0" sldId="257"/>
            <ac:spMk id="3" creationId="{02921444-F9EF-F8E5-F31E-02A15AA47EE0}"/>
          </ac:spMkLst>
        </pc:spChg>
        <pc:spChg chg="mod">
          <ac:chgData name="Sagar Kharbikar" userId="270dcdb5046aa350" providerId="LiveId" clId="{A2813ABE-5114-444A-A2C7-57665DF6516B}" dt="2026-08-30T18:51:54.368" v="572"/>
          <ac:spMkLst>
            <pc:docMk/>
            <pc:sldMk cId="0" sldId="257"/>
            <ac:spMk id="5" creationId="{4E2AFE5E-365D-0D1B-0996-19A84EF9DBE1}"/>
          </ac:spMkLst>
        </pc:spChg>
        <pc:spChg chg="mod">
          <ac:chgData name="Sagar Kharbikar" userId="270dcdb5046aa350" providerId="LiveId" clId="{A2813ABE-5114-444A-A2C7-57665DF6516B}" dt="2026-08-30T18:52:19.185" v="576" actId="1076"/>
          <ac:spMkLst>
            <pc:docMk/>
            <pc:sldMk cId="0" sldId="257"/>
            <ac:spMk id="100" creationId="{00000000-0000-0000-0000-000000000000}"/>
          </ac:spMkLst>
        </pc:spChg>
        <pc:spChg chg="del mod">
          <ac:chgData name="Sagar Kharbikar" userId="270dcdb5046aa350" providerId="LiveId" clId="{A2813ABE-5114-444A-A2C7-57665DF6516B}" dt="2026-08-30T18:22:43.952" v="334" actId="478"/>
          <ac:spMkLst>
            <pc:docMk/>
            <pc:sldMk cId="0" sldId="257"/>
            <ac:spMk id="103" creationId="{00000000-0000-0000-0000-000000000000}"/>
          </ac:spMkLst>
        </pc:spChg>
        <pc:spChg chg="mod">
          <ac:chgData name="Sagar Kharbikar" userId="270dcdb5046aa350" providerId="LiveId" clId="{A2813ABE-5114-444A-A2C7-57665DF6516B}" dt="2026-08-30T18:56:18.936" v="634" actId="1076"/>
          <ac:spMkLst>
            <pc:docMk/>
            <pc:sldMk cId="0" sldId="257"/>
            <ac:spMk id="105" creationId="{00000000-0000-0000-0000-000000000000}"/>
          </ac:spMkLst>
        </pc:spChg>
        <pc:grpChg chg="add mod">
          <ac:chgData name="Sagar Kharbikar" userId="270dcdb5046aa350" providerId="LiveId" clId="{A2813ABE-5114-444A-A2C7-57665DF6516B}" dt="2026-08-30T18:56:01.877" v="633" actId="1076"/>
          <ac:grpSpMkLst>
            <pc:docMk/>
            <pc:sldMk cId="0" sldId="257"/>
            <ac:grpSpMk id="4" creationId="{C7FCAC54-7455-9F2B-1147-1B51BF57552C}"/>
          </ac:grpSpMkLst>
        </pc:grpChg>
        <pc:picChg chg="mod">
          <ac:chgData name="Sagar Kharbikar" userId="270dcdb5046aa350" providerId="LiveId" clId="{A2813ABE-5114-444A-A2C7-57665DF6516B}" dt="2026-08-30T18:51:54.368" v="572"/>
          <ac:picMkLst>
            <pc:docMk/>
            <pc:sldMk cId="0" sldId="257"/>
            <ac:picMk id="6" creationId="{BD49B4EB-17DB-B0BC-4D63-F0B7157FE477}"/>
          </ac:picMkLst>
        </pc:picChg>
      </pc:sldChg>
      <pc:sldChg chg="addSp delSp modSp mod">
        <pc:chgData name="Sagar Kharbikar" userId="270dcdb5046aa350" providerId="LiveId" clId="{A2813ABE-5114-444A-A2C7-57665DF6516B}" dt="2026-08-30T18:08:16.230" v="186" actId="1076"/>
        <pc:sldMkLst>
          <pc:docMk/>
          <pc:sldMk cId="0" sldId="258"/>
        </pc:sldMkLst>
        <pc:spChg chg="add mod">
          <ac:chgData name="Sagar Kharbikar" userId="270dcdb5046aa350" providerId="LiveId" clId="{A2813ABE-5114-444A-A2C7-57665DF6516B}" dt="2026-08-30T17:56:23.538" v="59" actId="12"/>
          <ac:spMkLst>
            <pc:docMk/>
            <pc:sldMk cId="0" sldId="258"/>
            <ac:spMk id="4" creationId="{AFB49530-590B-436C-40CB-6A43A19832A2}"/>
          </ac:spMkLst>
        </pc:spChg>
        <pc:spChg chg="add mod">
          <ac:chgData name="Sagar Kharbikar" userId="270dcdb5046aa350" providerId="LiveId" clId="{A2813ABE-5114-444A-A2C7-57665DF6516B}" dt="2026-08-30T18:08:16.230" v="186" actId="1076"/>
          <ac:spMkLst>
            <pc:docMk/>
            <pc:sldMk cId="0" sldId="258"/>
            <ac:spMk id="5" creationId="{1134C633-693E-4A28-D2A9-9A6C42DB4043}"/>
          </ac:spMkLst>
        </pc:spChg>
        <pc:spChg chg="add mod">
          <ac:chgData name="Sagar Kharbikar" userId="270dcdb5046aa350" providerId="LiveId" clId="{A2813ABE-5114-444A-A2C7-57665DF6516B}" dt="2026-08-30T18:08:01.859" v="184" actId="1076"/>
          <ac:spMkLst>
            <pc:docMk/>
            <pc:sldMk cId="0" sldId="258"/>
            <ac:spMk id="6" creationId="{1C02D3DB-B2C8-8AFD-684B-84A79EC6C4CC}"/>
          </ac:spMkLst>
        </pc:spChg>
        <pc:spChg chg="del mod">
          <ac:chgData name="Sagar Kharbikar" userId="270dcdb5046aa350" providerId="LiveId" clId="{A2813ABE-5114-444A-A2C7-57665DF6516B}" dt="2026-08-30T17:58:58.084" v="115" actId="478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Sagar Kharbikar" userId="270dcdb5046aa350" providerId="LiveId" clId="{A2813ABE-5114-444A-A2C7-57665DF6516B}" dt="2026-08-30T17:58:52.288" v="114" actId="20577"/>
          <ac:spMkLst>
            <pc:docMk/>
            <pc:sldMk cId="0" sldId="258"/>
            <ac:spMk id="116" creationId="{00000000-0000-0000-0000-000000000000}"/>
          </ac:spMkLst>
        </pc:spChg>
        <pc:picChg chg="add mod">
          <ac:chgData name="Sagar Kharbikar" userId="270dcdb5046aa350" providerId="LiveId" clId="{A2813ABE-5114-444A-A2C7-57665DF6516B}" dt="2026-08-30T17:59:15.940" v="118" actId="1076"/>
          <ac:picMkLst>
            <pc:docMk/>
            <pc:sldMk cId="0" sldId="258"/>
            <ac:picMk id="3" creationId="{FA8E6090-C2C7-BE3A-4E14-B4BAF6F8A167}"/>
          </ac:picMkLst>
        </pc:picChg>
        <pc:picChg chg="add del">
          <ac:chgData name="Sagar Kharbikar" userId="270dcdb5046aa350" providerId="LiveId" clId="{A2813ABE-5114-444A-A2C7-57665DF6516B}" dt="2026-08-30T18:01:24.771" v="123" actId="478"/>
          <ac:picMkLst>
            <pc:docMk/>
            <pc:sldMk cId="0" sldId="258"/>
            <ac:picMk id="8" creationId="{6E76EE8E-BF9D-99EA-CC39-BFF63257415E}"/>
          </ac:picMkLst>
        </pc:picChg>
        <pc:picChg chg="add mod">
          <ac:chgData name="Sagar Kharbikar" userId="270dcdb5046aa350" providerId="LiveId" clId="{A2813ABE-5114-444A-A2C7-57665DF6516B}" dt="2026-08-30T18:07:17.292" v="176" actId="1076"/>
          <ac:picMkLst>
            <pc:docMk/>
            <pc:sldMk cId="0" sldId="258"/>
            <ac:picMk id="10" creationId="{7B98BCA1-6EFD-11B7-282A-4324EA284D0C}"/>
          </ac:picMkLst>
        </pc:picChg>
        <pc:picChg chg="add mod">
          <ac:chgData name="Sagar Kharbikar" userId="270dcdb5046aa350" providerId="LiveId" clId="{A2813ABE-5114-444A-A2C7-57665DF6516B}" dt="2026-08-30T18:07:12.976" v="175" actId="1076"/>
          <ac:picMkLst>
            <pc:docMk/>
            <pc:sldMk cId="0" sldId="258"/>
            <ac:picMk id="11" creationId="{4D877371-4BDC-4F1C-DE35-2FC3DCED945A}"/>
          </ac:picMkLst>
        </pc:picChg>
        <pc:picChg chg="add mod">
          <ac:chgData name="Sagar Kharbikar" userId="270dcdb5046aa350" providerId="LiveId" clId="{A2813ABE-5114-444A-A2C7-57665DF6516B}" dt="2026-08-30T18:07:20.117" v="177" actId="1076"/>
          <ac:picMkLst>
            <pc:docMk/>
            <pc:sldMk cId="0" sldId="258"/>
            <ac:picMk id="12" creationId="{0CA5D8BC-90D3-224F-00E8-42870F8C8025}"/>
          </ac:picMkLst>
        </pc:picChg>
        <pc:picChg chg="add del">
          <ac:chgData name="Sagar Kharbikar" userId="270dcdb5046aa350" providerId="LiveId" clId="{A2813ABE-5114-444A-A2C7-57665DF6516B}" dt="2026-08-30T18:03:22.172" v="136" actId="478"/>
          <ac:picMkLst>
            <pc:docMk/>
            <pc:sldMk cId="0" sldId="258"/>
            <ac:picMk id="13" creationId="{F60460EF-8E0C-7C14-649B-60862852990D}"/>
          </ac:picMkLst>
        </pc:picChg>
        <pc:picChg chg="add mod">
          <ac:chgData name="Sagar Kharbikar" userId="270dcdb5046aa350" providerId="LiveId" clId="{A2813ABE-5114-444A-A2C7-57665DF6516B}" dt="2026-08-30T18:07:24.961" v="179" actId="1076"/>
          <ac:picMkLst>
            <pc:docMk/>
            <pc:sldMk cId="0" sldId="258"/>
            <ac:picMk id="14" creationId="{314A620A-DB58-8F27-1A66-6E4B45D01CC4}"/>
          </ac:picMkLst>
        </pc:picChg>
        <pc:picChg chg="add mod">
          <ac:chgData name="Sagar Kharbikar" userId="270dcdb5046aa350" providerId="LiveId" clId="{A2813ABE-5114-444A-A2C7-57665DF6516B}" dt="2026-08-30T18:07:29.758" v="181" actId="1076"/>
          <ac:picMkLst>
            <pc:docMk/>
            <pc:sldMk cId="0" sldId="258"/>
            <ac:picMk id="15" creationId="{40BA77CB-856B-2250-4FB2-A4890E8815B5}"/>
          </ac:picMkLst>
        </pc:picChg>
        <pc:picChg chg="add mod">
          <ac:chgData name="Sagar Kharbikar" userId="270dcdb5046aa350" providerId="LiveId" clId="{A2813ABE-5114-444A-A2C7-57665DF6516B}" dt="2026-08-30T18:07:22.556" v="178" actId="1076"/>
          <ac:picMkLst>
            <pc:docMk/>
            <pc:sldMk cId="0" sldId="258"/>
            <ac:picMk id="16" creationId="{9B3E6A68-80E3-48E7-E2E9-4F9CD2DBD3BB}"/>
          </ac:picMkLst>
        </pc:picChg>
        <pc:picChg chg="add mod">
          <ac:chgData name="Sagar Kharbikar" userId="270dcdb5046aa350" providerId="LiveId" clId="{A2813ABE-5114-444A-A2C7-57665DF6516B}" dt="2026-08-30T18:07:35.727" v="183" actId="1076"/>
          <ac:picMkLst>
            <pc:docMk/>
            <pc:sldMk cId="0" sldId="258"/>
            <ac:picMk id="17" creationId="{4725F50F-779F-713F-1D1E-84B654ABDC5B}"/>
          </ac:picMkLst>
        </pc:picChg>
        <pc:picChg chg="add mod">
          <ac:chgData name="Sagar Kharbikar" userId="270dcdb5046aa350" providerId="LiveId" clId="{A2813ABE-5114-444A-A2C7-57665DF6516B}" dt="2026-08-30T18:07:31.601" v="182" actId="1076"/>
          <ac:picMkLst>
            <pc:docMk/>
            <pc:sldMk cId="0" sldId="258"/>
            <ac:picMk id="18" creationId="{178720B3-5D82-755D-B8C2-31AFD1D994EC}"/>
          </ac:picMkLst>
        </pc:picChg>
      </pc:sldChg>
      <pc:sldChg chg="modSp mod">
        <pc:chgData name="Sagar Kharbikar" userId="270dcdb5046aa350" providerId="LiveId" clId="{A2813ABE-5114-444A-A2C7-57665DF6516B}" dt="2026-08-30T18:58:28.165" v="656" actId="1076"/>
        <pc:sldMkLst>
          <pc:docMk/>
          <pc:sldMk cId="0" sldId="259"/>
        </pc:sldMkLst>
        <pc:spChg chg="mod">
          <ac:chgData name="Sagar Kharbikar" userId="270dcdb5046aa350" providerId="LiveId" clId="{A2813ABE-5114-444A-A2C7-57665DF6516B}" dt="2026-08-30T18:58:28.165" v="656" actId="1076"/>
          <ac:spMkLst>
            <pc:docMk/>
            <pc:sldMk cId="0" sldId="259"/>
            <ac:spMk id="128" creationId="{00000000-0000-0000-0000-000000000000}"/>
          </ac:spMkLst>
        </pc:spChg>
      </pc:sldChg>
      <pc:sldChg chg="addSp delSp modSp mod">
        <pc:chgData name="Sagar Kharbikar" userId="270dcdb5046aa350" providerId="LiveId" clId="{A2813ABE-5114-444A-A2C7-57665DF6516B}" dt="2026-08-30T18:41:13.997" v="502" actId="20577"/>
        <pc:sldMkLst>
          <pc:docMk/>
          <pc:sldMk cId="0" sldId="260"/>
        </pc:sldMkLst>
        <pc:spChg chg="add mod">
          <ac:chgData name="Sagar Kharbikar" userId="270dcdb5046aa350" providerId="LiveId" clId="{A2813ABE-5114-444A-A2C7-57665DF6516B}" dt="2026-08-30T18:29:36.612" v="380" actId="1076"/>
          <ac:spMkLst>
            <pc:docMk/>
            <pc:sldMk cId="0" sldId="260"/>
            <ac:spMk id="2" creationId="{52A02E3D-24C3-FED7-D80C-949A687E2D26}"/>
          </ac:spMkLst>
        </pc:spChg>
        <pc:spChg chg="add mod">
          <ac:chgData name="Sagar Kharbikar" userId="270dcdb5046aa350" providerId="LiveId" clId="{A2813ABE-5114-444A-A2C7-57665DF6516B}" dt="2026-08-30T18:29:40.182" v="381" actId="1076"/>
          <ac:spMkLst>
            <pc:docMk/>
            <pc:sldMk cId="0" sldId="260"/>
            <ac:spMk id="3" creationId="{3590B343-2D59-E3EE-2BE6-7A64BDA7BD3A}"/>
          </ac:spMkLst>
        </pc:spChg>
        <pc:spChg chg="add del mod">
          <ac:chgData name="Sagar Kharbikar" userId="270dcdb5046aa350" providerId="LiveId" clId="{A2813ABE-5114-444A-A2C7-57665DF6516B}" dt="2026-08-30T18:27:35.530" v="356" actId="478"/>
          <ac:spMkLst>
            <pc:docMk/>
            <pc:sldMk cId="0" sldId="260"/>
            <ac:spMk id="5" creationId="{44E14E58-2F64-0225-2965-02D324CCE6AB}"/>
          </ac:spMkLst>
        </pc:spChg>
        <pc:spChg chg="add mod">
          <ac:chgData name="Sagar Kharbikar" userId="270dcdb5046aa350" providerId="LiveId" clId="{A2813ABE-5114-444A-A2C7-57665DF6516B}" dt="2026-08-30T18:30:02.931" v="384" actId="115"/>
          <ac:spMkLst>
            <pc:docMk/>
            <pc:sldMk cId="0" sldId="260"/>
            <ac:spMk id="8" creationId="{341FB6FA-39C5-1BF3-1B64-5339F4ED9FFA}"/>
          </ac:spMkLst>
        </pc:spChg>
        <pc:spChg chg="add mod">
          <ac:chgData name="Sagar Kharbikar" userId="270dcdb5046aa350" providerId="LiveId" clId="{A2813ABE-5114-444A-A2C7-57665DF6516B}" dt="2026-08-30T18:30:49.077" v="388" actId="20577"/>
          <ac:spMkLst>
            <pc:docMk/>
            <pc:sldMk cId="0" sldId="260"/>
            <ac:spMk id="9" creationId="{B21ADB83-5F70-75B8-A65F-A1D6C6FB961D}"/>
          </ac:spMkLst>
        </pc:spChg>
        <pc:spChg chg="add mod">
          <ac:chgData name="Sagar Kharbikar" userId="270dcdb5046aa350" providerId="LiveId" clId="{A2813ABE-5114-444A-A2C7-57665DF6516B}" dt="2026-08-30T18:38:39.619" v="477" actId="1076"/>
          <ac:spMkLst>
            <pc:docMk/>
            <pc:sldMk cId="0" sldId="260"/>
            <ac:spMk id="12" creationId="{819F6CA6-9DF9-B7F5-E986-EEB6A130698A}"/>
          </ac:spMkLst>
        </pc:spChg>
        <pc:spChg chg="mod">
          <ac:chgData name="Sagar Kharbikar" userId="270dcdb5046aa350" providerId="LiveId" clId="{A2813ABE-5114-444A-A2C7-57665DF6516B}" dt="2026-08-30T18:29:58.665" v="383" actId="115"/>
          <ac:spMkLst>
            <pc:docMk/>
            <pc:sldMk cId="0" sldId="260"/>
            <ac:spMk id="137" creationId="{00000000-0000-0000-0000-000000000000}"/>
          </ac:spMkLst>
        </pc:spChg>
        <pc:spChg chg="mod">
          <ac:chgData name="Sagar Kharbikar" userId="270dcdb5046aa350" providerId="LiveId" clId="{A2813ABE-5114-444A-A2C7-57665DF6516B}" dt="2026-08-30T18:41:13.997" v="502" actId="20577"/>
          <ac:spMkLst>
            <pc:docMk/>
            <pc:sldMk cId="0" sldId="260"/>
            <ac:spMk id="140" creationId="{00000000-0000-0000-0000-000000000000}"/>
          </ac:spMkLst>
        </pc:spChg>
        <pc:cxnChg chg="add mod">
          <ac:chgData name="Sagar Kharbikar" userId="270dcdb5046aa350" providerId="LiveId" clId="{A2813ABE-5114-444A-A2C7-57665DF6516B}" dt="2026-08-30T18:38:47.634" v="478" actId="14100"/>
          <ac:cxnSpMkLst>
            <pc:docMk/>
            <pc:sldMk cId="0" sldId="260"/>
            <ac:cxnSpMk id="7" creationId="{BCE4EAB3-70AF-FA4A-6395-1D62D7170039}"/>
          </ac:cxnSpMkLst>
        </pc:cxnChg>
      </pc:sldChg>
      <pc:sldChg chg="addSp modSp mod">
        <pc:chgData name="Sagar Kharbikar" userId="270dcdb5046aa350" providerId="LiveId" clId="{A2813ABE-5114-444A-A2C7-57665DF6516B}" dt="2026-08-30T18:58:14.688" v="655" actId="20577"/>
        <pc:sldMkLst>
          <pc:docMk/>
          <pc:sldMk cId="0" sldId="261"/>
        </pc:sldMkLst>
        <pc:spChg chg="add mod">
          <ac:chgData name="Sagar Kharbikar" userId="270dcdb5046aa350" providerId="LiveId" clId="{A2813ABE-5114-444A-A2C7-57665DF6516B}" dt="2026-08-30T18:47:13.869" v="522" actId="14100"/>
          <ac:spMkLst>
            <pc:docMk/>
            <pc:sldMk cId="0" sldId="261"/>
            <ac:spMk id="2" creationId="{E1962234-89B7-B1B0-7588-67521533D39F}"/>
          </ac:spMkLst>
        </pc:spChg>
        <pc:spChg chg="mod">
          <ac:chgData name="Sagar Kharbikar" userId="270dcdb5046aa350" providerId="LiveId" clId="{A2813ABE-5114-444A-A2C7-57665DF6516B}" dt="2026-08-30T18:48:32.628" v="571" actId="20577"/>
          <ac:spMkLst>
            <pc:docMk/>
            <pc:sldMk cId="0" sldId="261"/>
            <ac:spMk id="149" creationId="{00000000-0000-0000-0000-000000000000}"/>
          </ac:spMkLst>
        </pc:spChg>
        <pc:spChg chg="mod">
          <ac:chgData name="Sagar Kharbikar" userId="270dcdb5046aa350" providerId="LiveId" clId="{A2813ABE-5114-444A-A2C7-57665DF6516B}" dt="2026-08-30T18:58:14.688" v="655" actId="20577"/>
          <ac:spMkLst>
            <pc:docMk/>
            <pc:sldMk cId="0" sldId="261"/>
            <ac:spMk id="152" creationId="{00000000-0000-0000-0000-000000000000}"/>
          </ac:spMkLst>
        </pc:spChg>
      </pc:sldChg>
      <pc:sldChg chg="addSp modSp new mod">
        <pc:chgData name="Sagar Kharbikar" userId="270dcdb5046aa350" providerId="LiveId" clId="{A2813ABE-5114-444A-A2C7-57665DF6516B}" dt="2026-08-30T18:57:45.186" v="643" actId="14100"/>
        <pc:sldMkLst>
          <pc:docMk/>
          <pc:sldMk cId="552289706" sldId="263"/>
        </pc:sldMkLst>
        <pc:picChg chg="add mod">
          <ac:chgData name="Sagar Kharbikar" userId="270dcdb5046aa350" providerId="LiveId" clId="{A2813ABE-5114-444A-A2C7-57665DF6516B}" dt="2026-08-30T18:57:45.186" v="643" actId="14100"/>
          <ac:picMkLst>
            <pc:docMk/>
            <pc:sldMk cId="552289706" sldId="263"/>
            <ac:picMk id="4" creationId="{8B690A11-9870-D52F-6A2B-CF6C886752BC}"/>
          </ac:picMkLst>
        </pc:picChg>
      </pc:sldChg>
      <pc:sldMasterChg chg="addSldLayout delSldLayout">
        <pc:chgData name="Sagar Kharbikar" userId="270dcdb5046aa350" providerId="LiveId" clId="{A2813ABE-5114-444A-A2C7-57665DF6516B}" dt="2026-08-30T18:56:31.886" v="635" actId="2696"/>
        <pc:sldMasterMkLst>
          <pc:docMk/>
          <pc:sldMasterMk cId="0" sldId="2147483648"/>
        </pc:sldMasterMkLst>
        <pc:sldLayoutChg chg="add del">
          <pc:chgData name="Sagar Kharbikar" userId="270dcdb5046aa350" providerId="LiveId" clId="{A2813ABE-5114-444A-A2C7-57665DF6516B}" dt="2026-08-30T18:56:31.886" v="635" actId="269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  <pc:docChgLst>
    <pc:chgData name="Guest User" providerId="Windows Live" clId="Web-{720C907D-E5F6-C85B-9392-F2CCA115A5A5}"/>
    <pc:docChg chg="addSld delSld modSld">
      <pc:chgData name="Guest User" userId="" providerId="Windows Live" clId="Web-{720C907D-E5F6-C85B-9392-F2CCA115A5A5}" dt="2026-08-30T18:02:24.648" v="75" actId="1076"/>
      <pc:docMkLst>
        <pc:docMk/>
      </pc:docMkLst>
      <pc:sldChg chg="addSp delSp modSp mod modTransition setBg">
        <pc:chgData name="Guest User" userId="" providerId="Windows Live" clId="Web-{720C907D-E5F6-C85B-9392-F2CCA115A5A5}" dt="2026-08-30T18:02:24.648" v="75" actId="1076"/>
        <pc:sldMkLst>
          <pc:docMk/>
          <pc:sldMk cId="0" sldId="259"/>
        </pc:sldMkLst>
        <pc:spChg chg="add del">
          <ac:chgData name="Guest User" userId="" providerId="Windows Live" clId="Web-{720C907D-E5F6-C85B-9392-F2CCA115A5A5}" dt="2026-08-30T17:57:34.138" v="25"/>
          <ac:spMkLst>
            <pc:docMk/>
            <pc:sldMk cId="0" sldId="259"/>
            <ac:spMk id="3" creationId="{24270C66-C9E8-6844-0E18-27F6089E4ED7}"/>
          </ac:spMkLst>
        </pc:spChg>
        <pc:spChg chg="add del mod">
          <ac:chgData name="Guest User" userId="" providerId="Windows Live" clId="Web-{720C907D-E5F6-C85B-9392-F2CCA115A5A5}" dt="2026-08-30T17:59:59.658" v="56"/>
          <ac:spMkLst>
            <pc:docMk/>
            <pc:sldMk cId="0" sldId="259"/>
            <ac:spMk id="17" creationId="{490BE5E0-E37A-8B45-812D-F1BD23B4333B}"/>
          </ac:spMkLst>
        </pc:spChg>
        <pc:spChg chg="add mod">
          <ac:chgData name="Guest User" userId="" providerId="Windows Live" clId="Web-{720C907D-E5F6-C85B-9392-F2CCA115A5A5}" dt="2026-08-30T18:02:24.648" v="75" actId="1076"/>
          <ac:spMkLst>
            <pc:docMk/>
            <pc:sldMk cId="0" sldId="259"/>
            <ac:spMk id="38" creationId="{7F98AD86-1A0F-9319-3A61-8474CA4AD67B}"/>
          </ac:spMkLst>
        </pc:spChg>
        <pc:spChg chg="add mod">
          <ac:chgData name="Guest User" userId="" providerId="Windows Live" clId="Web-{720C907D-E5F6-C85B-9392-F2CCA115A5A5}" dt="2026-08-30T18:02:20.163" v="74" actId="1076"/>
          <ac:spMkLst>
            <pc:docMk/>
            <pc:sldMk cId="0" sldId="259"/>
            <ac:spMk id="39" creationId="{C20BF297-6CBC-8B86-4ABB-3D949D535243}"/>
          </ac:spMkLst>
        </pc:spChg>
        <pc:spChg chg="add mod">
          <ac:chgData name="Guest User" userId="" providerId="Windows Live" clId="Web-{720C907D-E5F6-C85B-9392-F2CCA115A5A5}" dt="2026-08-30T18:02:15.429" v="73" actId="1076"/>
          <ac:spMkLst>
            <pc:docMk/>
            <pc:sldMk cId="0" sldId="259"/>
            <ac:spMk id="40" creationId="{D38351BA-C582-42E3-ACC8-E89665A363AC}"/>
          </ac:spMkLst>
        </pc:spChg>
        <pc:spChg chg="add del">
          <ac:chgData name="Guest User" userId="" providerId="Windows Live" clId="Web-{720C907D-E5F6-C85B-9392-F2CCA115A5A5}" dt="2026-08-30T17:59:59.658" v="56"/>
          <ac:spMkLst>
            <pc:docMk/>
            <pc:sldMk cId="0" sldId="259"/>
            <ac:spMk id="124" creationId="{00000000-0000-0000-0000-000000000000}"/>
          </ac:spMkLst>
        </pc:spChg>
        <pc:spChg chg="add del mod">
          <ac:chgData name="Guest User" userId="" providerId="Windows Live" clId="Web-{720C907D-E5F6-C85B-9392-F2CCA115A5A5}" dt="2026-08-30T17:58:04.295" v="29"/>
          <ac:spMkLst>
            <pc:docMk/>
            <pc:sldMk cId="0" sldId="259"/>
            <ac:spMk id="125" creationId="{00000000-0000-0000-0000-000000000000}"/>
          </ac:spMkLst>
        </pc:spChg>
        <pc:spChg chg="add del">
          <ac:chgData name="Guest User" userId="" providerId="Windows Live" clId="Web-{720C907D-E5F6-C85B-9392-F2CCA115A5A5}" dt="2026-08-30T17:59:59.658" v="57"/>
          <ac:spMkLst>
            <pc:docMk/>
            <pc:sldMk cId="0" sldId="259"/>
            <ac:spMk id="128" creationId="{00000000-0000-0000-0000-000000000000}"/>
          </ac:spMkLst>
        </pc:spChg>
        <pc:graphicFrameChg chg="add del mod modGraphic">
          <ac:chgData name="Guest User" userId="" providerId="Windows Live" clId="Web-{720C907D-E5F6-C85B-9392-F2CCA115A5A5}" dt="2026-08-30T17:59:03.875" v="50"/>
          <ac:graphicFrameMkLst>
            <pc:docMk/>
            <pc:sldMk cId="0" sldId="259"/>
            <ac:graphicFrameMk id="4" creationId="{60CD39BE-420E-A81A-3BC4-829A0A45E93A}"/>
          </ac:graphicFrameMkLst>
        </pc:graphicFrameChg>
        <pc:graphicFrameChg chg="add del mod modGraphic">
          <ac:chgData name="Guest User" userId="" providerId="Windows Live" clId="Web-{720C907D-E5F6-C85B-9392-F2CCA115A5A5}" dt="2026-08-30T18:00:06.643" v="60"/>
          <ac:graphicFrameMkLst>
            <pc:docMk/>
            <pc:sldMk cId="0" sldId="259"/>
            <ac:graphicFrameMk id="5" creationId="{733D99C3-D977-2112-CCC1-506B964DD9B8}"/>
          </ac:graphicFrameMkLst>
        </pc:graphicFrameChg>
        <pc:inkChg chg="add del">
          <ac:chgData name="Guest User" userId="" providerId="Windows Live" clId="Web-{720C907D-E5F6-C85B-9392-F2CCA115A5A5}" dt="2026-08-30T17:57:18.356" v="23"/>
          <ac:inkMkLst>
            <pc:docMk/>
            <pc:sldMk cId="0" sldId="259"/>
            <ac:inkMk id="2" creationId="{147A7148-ADB9-ACD5-E5D4-304FA5C50E6F}"/>
          </ac:inkMkLst>
        </pc:inkChg>
      </pc:sldChg>
      <pc:sldChg chg="add del">
        <pc:chgData name="Guest User" userId="" providerId="Windows Live" clId="Web-{720C907D-E5F6-C85B-9392-F2CCA115A5A5}" dt="2026-08-30T18:01:38.162" v="70"/>
        <pc:sldMkLst>
          <pc:docMk/>
          <pc:sldMk cId="3081094544" sldId="263"/>
        </pc:sldMkLst>
      </pc:sldChg>
    </pc:docChg>
  </pc:docChgLst>
  <pc:docChgLst>
    <pc:chgData name="Guest User" providerId="Windows Live" clId="Web-{00000000-0000-0000-0000-000000000000}"/>
    <pc:docChg chg="mod modSld">
      <pc:chgData name="Guest User" userId="" providerId="Windows Live" clId="Web-{00000000-0000-0000-0000-000000000000}" dt="2026-08-30T18:37:38.369" v="648"/>
      <pc:docMkLst>
        <pc:docMk/>
      </pc:docMkLst>
      <pc:sldChg chg="modSp">
        <pc:chgData name="Guest User" userId="" providerId="Windows Live" clId="Web-{00000000-0000-0000-0000-000000000000}" dt="2026-08-30T17:32:39.543" v="3" actId="1076"/>
        <pc:sldMkLst>
          <pc:docMk/>
          <pc:sldMk cId="0" sldId="256"/>
        </pc:sldMkLst>
        <pc:grpChg chg="mod">
          <ac:chgData name="Guest User" userId="" providerId="Windows Live" clId="Web-{00000000-0000-0000-0000-000000000000}" dt="2026-08-30T17:32:39.543" v="3" actId="1076"/>
          <ac:grpSpMkLst>
            <pc:docMk/>
            <pc:sldMk cId="0" sldId="256"/>
            <ac:grpSpMk id="89" creationId="{00000000-0000-0000-0000-000000000000}"/>
          </ac:grpSpMkLst>
        </pc:grpChg>
      </pc:sldChg>
      <pc:sldChg chg="modSp">
        <pc:chgData name="Guest User" userId="" providerId="Windows Live" clId="Web-{00000000-0000-0000-0000-000000000000}" dt="2026-08-30T18:25:20.007" v="611" actId="20577"/>
        <pc:sldMkLst>
          <pc:docMk/>
          <pc:sldMk cId="0" sldId="257"/>
        </pc:sldMkLst>
        <pc:spChg chg="mod">
          <ac:chgData name="Guest User" userId="" providerId="Windows Live" clId="Web-{00000000-0000-0000-0000-000000000000}" dt="2026-08-30T18:25:20.007" v="611" actId="20577"/>
          <ac:spMkLst>
            <pc:docMk/>
            <pc:sldMk cId="0" sldId="257"/>
            <ac:spMk id="100" creationId="{00000000-0000-0000-0000-000000000000}"/>
          </ac:spMkLst>
        </pc:spChg>
        <pc:spChg chg="mod">
          <ac:chgData name="Guest User" userId="" providerId="Windows Live" clId="Web-{00000000-0000-0000-0000-000000000000}" dt="2026-08-30T18:00:39.619" v="203" actId="20577"/>
          <ac:spMkLst>
            <pc:docMk/>
            <pc:sldMk cId="0" sldId="257"/>
            <ac:spMk id="105" creationId="{00000000-0000-0000-0000-000000000000}"/>
          </ac:spMkLst>
        </pc:spChg>
      </pc:sldChg>
      <pc:sldChg chg="modSp">
        <pc:chgData name="Guest User" userId="" providerId="Windows Live" clId="Web-{00000000-0000-0000-0000-000000000000}" dt="2026-08-30T17:32:30.667" v="2" actId="1076"/>
        <pc:sldMkLst>
          <pc:docMk/>
          <pc:sldMk cId="0" sldId="258"/>
        </pc:sldMkLst>
        <pc:spChg chg="mod">
          <ac:chgData name="Guest User" userId="" providerId="Windows Live" clId="Web-{00000000-0000-0000-0000-000000000000}" dt="2026-08-30T17:32:30.667" v="2" actId="1076"/>
          <ac:spMkLst>
            <pc:docMk/>
            <pc:sldMk cId="0" sldId="258"/>
            <ac:spMk id="112" creationId="{00000000-0000-0000-0000-000000000000}"/>
          </ac:spMkLst>
        </pc:spChg>
      </pc:sldChg>
      <pc:sldChg chg="addSp delSp modSp">
        <pc:chgData name="Guest User" userId="" providerId="Windows Live" clId="Web-{00000000-0000-0000-0000-000000000000}" dt="2026-08-30T18:36:52.695" v="647"/>
        <pc:sldMkLst>
          <pc:docMk/>
          <pc:sldMk cId="0" sldId="259"/>
        </pc:sldMkLst>
        <pc:spChg chg="del mod">
          <ac:chgData name="Guest User" userId="" providerId="Windows Live" clId="Web-{00000000-0000-0000-0000-000000000000}" dt="2026-08-30T18:07:25.585" v="424"/>
          <ac:spMkLst>
            <pc:docMk/>
            <pc:sldMk cId="0" sldId="259"/>
            <ac:spMk id="2" creationId="{F9551700-F461-3D6C-532B-5D115281355E}"/>
          </ac:spMkLst>
        </pc:spChg>
        <pc:spChg chg="mod ord">
          <ac:chgData name="Guest User" userId="" providerId="Windows Live" clId="Web-{00000000-0000-0000-0000-000000000000}" dt="2026-08-30T18:36:52.695" v="647"/>
          <ac:spMkLst>
            <pc:docMk/>
            <pc:sldMk cId="0" sldId="259"/>
            <ac:spMk id="38" creationId="{7F98AD86-1A0F-9319-3A61-8474CA4AD67B}"/>
          </ac:spMkLst>
        </pc:spChg>
        <pc:spChg chg="mod">
          <ac:chgData name="Guest User" userId="" providerId="Windows Live" clId="Web-{00000000-0000-0000-0000-000000000000}" dt="2026-08-30T18:35:53.770" v="643"/>
          <ac:spMkLst>
            <pc:docMk/>
            <pc:sldMk cId="0" sldId="259"/>
            <ac:spMk id="39" creationId="{C20BF297-6CBC-8B86-4ABB-3D949D535243}"/>
          </ac:spMkLst>
        </pc:spChg>
        <pc:spChg chg="del mod">
          <ac:chgData name="Guest User" userId="" providerId="Windows Live" clId="Web-{00000000-0000-0000-0000-000000000000}" dt="2026-08-30T18:35:54.458" v="644"/>
          <ac:spMkLst>
            <pc:docMk/>
            <pc:sldMk cId="0" sldId="259"/>
            <ac:spMk id="40" creationId="{D38351BA-C582-42E3-ACC8-E89665A363AC}"/>
          </ac:spMkLst>
        </pc:spChg>
        <pc:spChg chg="mod">
          <ac:chgData name="Guest User" userId="" providerId="Windows Live" clId="Web-{00000000-0000-0000-0000-000000000000}" dt="2026-08-30T18:20:22.399" v="510" actId="1076"/>
          <ac:spMkLst>
            <pc:docMk/>
            <pc:sldMk cId="0" sldId="259"/>
            <ac:spMk id="123" creationId="{00000000-0000-0000-0000-000000000000}"/>
          </ac:spMkLst>
        </pc:spChg>
        <pc:spChg chg="mod">
          <ac:chgData name="Guest User" userId="" providerId="Windows Live" clId="Web-{00000000-0000-0000-0000-000000000000}" dt="2026-08-30T18:35:53.770" v="640"/>
          <ac:spMkLst>
            <pc:docMk/>
            <pc:sldMk cId="0" sldId="259"/>
            <ac:spMk id="124" creationId="{00000000-0000-0000-0000-000000000000}"/>
          </ac:spMkLst>
        </pc:spChg>
        <pc:spChg chg="mod">
          <ac:chgData name="Guest User" userId="" providerId="Windows Live" clId="Web-{00000000-0000-0000-0000-000000000000}" dt="2026-08-30T18:35:53.770" v="641"/>
          <ac:spMkLst>
            <pc:docMk/>
            <pc:sldMk cId="0" sldId="259"/>
            <ac:spMk id="128" creationId="{00000000-0000-0000-0000-000000000000}"/>
          </ac:spMkLst>
        </pc:spChg>
        <pc:picChg chg="add mod ord">
          <ac:chgData name="Guest User" userId="" providerId="Windows Live" clId="Web-{00000000-0000-0000-0000-000000000000}" dt="2026-08-30T18:35:53.770" v="639"/>
          <ac:picMkLst>
            <pc:docMk/>
            <pc:sldMk cId="0" sldId="259"/>
            <ac:picMk id="3" creationId="{BC07D2F6-D9DC-251F-9A70-5DCB86A692BA}"/>
          </ac:picMkLst>
        </pc:picChg>
      </pc:sldChg>
      <pc:sldChg chg="modSp">
        <pc:chgData name="Guest User" userId="" providerId="Windows Live" clId="Web-{00000000-0000-0000-0000-000000000000}" dt="2026-08-30T18:07:04.855" v="420" actId="20577"/>
        <pc:sldMkLst>
          <pc:docMk/>
          <pc:sldMk cId="0" sldId="260"/>
        </pc:sldMkLst>
        <pc:spChg chg="mod">
          <ac:chgData name="Guest User" userId="" providerId="Windows Live" clId="Web-{00000000-0000-0000-0000-000000000000}" dt="2026-08-30T18:07:04.855" v="420" actId="20577"/>
          <ac:spMkLst>
            <pc:docMk/>
            <pc:sldMk cId="0" sldId="260"/>
            <ac:spMk id="137" creationId="{00000000-0000-0000-0000-000000000000}"/>
          </ac:spMkLst>
        </pc:spChg>
      </pc:sldChg>
    </pc:docChg>
  </pc:docChgLst>
</pc:chgInfo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89C2AC-0681-4810-AFA0-73461359418D}" authorId="{95582667-6102-27E7-ED8E-01A166EB4B6B}" created="2026-08-30T18:40:16.875">
    <pc:sldMkLst xmlns:pc="http://schemas.microsoft.com/office/powerpoint/2013/main/command">
      <pc:docMk/>
      <pc:sldMk cId="0" sldId="259"/>
    </pc:sldMkLst>
    <p188:txBody>
      <a:bodyPr/>
      <a:lstStyle/>
      <a:p>
        <a:r>
          <a:rPr lang="en-US"/>
          <a:t>thik h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png"/><Relationship Id="rId7" Type="http://schemas.openxmlformats.org/officeDocument/2006/relationships/image" Target="../media/image7.pDaw14WLc5n5xF_Vxyo1_wHaHa"/><Relationship Id="rId12" Type="http://schemas.openxmlformats.org/officeDocument/2006/relationships/image" Target="../media/image12.Zs1rl19hVOTYEmsFgPsrXwHaET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KQnMa2X_L1-FMmdBugGCRQHaHa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b6rzT_r69WyMTtK7mmM0igHaHa"/><Relationship Id="rId4" Type="http://schemas.openxmlformats.org/officeDocument/2006/relationships/image" Target="../media/image4.png"/><Relationship Id="rId9" Type="http://schemas.openxmlformats.org/officeDocument/2006/relationships/image" Target="../media/image9.TLvPDXYJYSicUFYhoeAY1QHaHa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rfc-editor.org/info/rfc5322/?utm_source=chatgpt.com" TargetMode="External"/><Relationship Id="rId7" Type="http://schemas.openxmlformats.org/officeDocument/2006/relationships/hyperlink" Target="https://www.rfc-editor.org/info/rfc7489/?utm_source=chatgpt.com" TargetMode="External"/><Relationship Id="rId12" Type="http://schemas.openxmlformats.org/officeDocument/2006/relationships/hyperlink" Target="https://www.oasis-open.org/standard/taxii-version-2-1/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fc-editor.org/info/rfc6376/?utm_source=chatgpt.com" TargetMode="External"/><Relationship Id="rId11" Type="http://schemas.openxmlformats.org/officeDocument/2006/relationships/hyperlink" Target="https://www.oasis-open.org/standards/?utm_source=chatgpt.com" TargetMode="External"/><Relationship Id="rId5" Type="http://schemas.openxmlformats.org/officeDocument/2006/relationships/hyperlink" Target="https://www.rfc-editor.org/info/rfc7208/?utm_source=chatgpt.com" TargetMode="External"/><Relationship Id="rId10" Type="http://schemas.openxmlformats.org/officeDocument/2006/relationships/hyperlink" Target="https://www.nist.gov/cyberframework?utm_source=chatgpt.com" TargetMode="External"/><Relationship Id="rId4" Type="http://schemas.openxmlformats.org/officeDocument/2006/relationships/hyperlink" Target="https://www.rfc-editor.org/info/rfc5321/?utm_source=chatgpt.com" TargetMode="External"/><Relationship Id="rId9" Type="http://schemas.openxmlformats.org/officeDocument/2006/relationships/hyperlink" Target="https://attack.mitre.org/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263677" y="-238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lang="en-US" sz="2800" b="1" dirty="0">
              <a:latin typeface="Arial"/>
              <a:cs typeface="Arial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4633450" y="6356366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3750" y="1500"/>
            <a:ext cx="1796173" cy="1062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379752" y="949851"/>
            <a:ext cx="10875900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</a:t>
            </a:r>
            <a:r>
              <a:rPr lang="en-IN" sz="2400" b="1" dirty="0"/>
              <a:t>–</a:t>
            </a:r>
            <a:r>
              <a:rPr lang="en-US" sz="2400" b="1" dirty="0">
                <a:solidFill>
                  <a:schemeClr val="dk1"/>
                </a:solidFill>
              </a:rPr>
              <a:t>  </a:t>
            </a:r>
            <a:r>
              <a:rPr lang="en-IN" sz="2400" b="1" dirty="0"/>
              <a:t>26106</a:t>
            </a:r>
          </a:p>
          <a:p>
            <a:pPr marL="342900" indent="-342900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</a:t>
            </a:r>
            <a:r>
              <a:rPr lang="en-IN" sz="2400" b="1" dirty="0"/>
              <a:t>– </a:t>
            </a:r>
            <a:r>
              <a:rPr lang="en-US" sz="2400" dirty="0">
                <a:solidFill>
                  <a:schemeClr val="dk1"/>
                </a:solidFill>
              </a:rPr>
              <a:t> </a:t>
            </a:r>
            <a:r>
              <a:rPr lang="en-IN" sz="2400" b="1" dirty="0"/>
              <a:t>AI-Powered Email Threat Detection , </a:t>
            </a:r>
            <a:r>
              <a:rPr lang="en-IN" sz="2400" b="1" dirty="0" err="1"/>
              <a:t>GeoLocation</a:t>
            </a:r>
            <a:r>
              <a:rPr lang="en-IN" sz="2400" b="1" dirty="0"/>
              <a:t> and Forensic Intelligence Platform</a:t>
            </a:r>
          </a:p>
          <a:p>
            <a:pPr marL="342900" indent="-342900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dk1"/>
                </a:solidFill>
              </a:rPr>
              <a:t>Theme </a:t>
            </a:r>
            <a:r>
              <a:rPr lang="en-IN" sz="2400" b="1" dirty="0"/>
              <a:t>–</a:t>
            </a:r>
            <a:r>
              <a:rPr lang="en-US" sz="2400" b="1" dirty="0">
                <a:solidFill>
                  <a:schemeClr val="dk1"/>
                </a:solidFill>
              </a:rPr>
              <a:t>  </a:t>
            </a:r>
            <a:r>
              <a:rPr lang="en-IN" sz="2400" b="1" dirty="0"/>
              <a:t>Blockchain &amp; Cybersecurity</a:t>
            </a:r>
            <a:endParaRPr lang="en-IN" dirty="0">
              <a:solidFill>
                <a:schemeClr val="dk1"/>
              </a:solidFill>
            </a:endParaRPr>
          </a:p>
          <a:p>
            <a:pPr marL="342900" lvl="0" indent="-342900" algn="just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 </a:t>
            </a:r>
            <a:r>
              <a:rPr lang="en-IN" sz="2400" b="1" dirty="0"/>
              <a:t>– </a:t>
            </a:r>
            <a:r>
              <a:rPr lang="en-US" sz="2400" b="1" dirty="0">
                <a:solidFill>
                  <a:schemeClr val="dk1"/>
                </a:solidFill>
              </a:rPr>
              <a:t>Software</a:t>
            </a:r>
            <a:endParaRPr b="1" dirty="0"/>
          </a:p>
          <a:p>
            <a:pPr marL="342900" lvl="0" indent="-342900" algn="just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</a:t>
            </a:r>
            <a:r>
              <a:rPr lang="en-IN" sz="2400" b="1" dirty="0"/>
              <a:t>–</a:t>
            </a:r>
            <a:endParaRPr lang="en-US" sz="2400" b="1" dirty="0">
              <a:solidFill>
                <a:schemeClr val="dk1"/>
              </a:solidFill>
            </a:endParaRPr>
          </a:p>
          <a:p>
            <a:pPr marL="342900" lvl="0" indent="-342900" algn="just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lang="en-IN" sz="2400" b="1" dirty="0"/>
              <a:t>–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Hacksmith</a:t>
            </a:r>
            <a:endParaRPr lang="en-US" sz="2400" dirty="0">
              <a:solidFill>
                <a:schemeClr val="dk1"/>
              </a:solidFill>
            </a:endParaRPr>
          </a:p>
        </p:txBody>
      </p:sp>
      <p:grpSp>
        <p:nvGrpSpPr>
          <p:cNvPr id="4" name="Google Shape;89;p1">
            <a:extLst>
              <a:ext uri="{FF2B5EF4-FFF2-40B4-BE49-F238E27FC236}">
                <a16:creationId xmlns:a16="http://schemas.microsoft.com/office/drawing/2014/main" id="{C7FCAC54-7455-9F2B-1147-1B51BF57552C}"/>
              </a:ext>
            </a:extLst>
          </p:cNvPr>
          <p:cNvGrpSpPr/>
          <p:nvPr/>
        </p:nvGrpSpPr>
        <p:grpSpPr>
          <a:xfrm>
            <a:off x="7289718" y="851516"/>
            <a:ext cx="4638605" cy="5154967"/>
            <a:chOff x="5656780" y="851521"/>
            <a:chExt cx="4638605" cy="5154967"/>
          </a:xfrm>
        </p:grpSpPr>
        <p:sp>
          <p:nvSpPr>
            <p:cNvPr id="5" name="Google Shape;90;p1">
              <a:extLst>
                <a:ext uri="{FF2B5EF4-FFF2-40B4-BE49-F238E27FC236}">
                  <a16:creationId xmlns:a16="http://schemas.microsoft.com/office/drawing/2014/main" id="{4E2AFE5E-365D-0D1B-0996-19A84EF9DBE1}"/>
                </a:ext>
              </a:extLst>
            </p:cNvPr>
            <p:cNvSpPr/>
            <p:nvPr/>
          </p:nvSpPr>
          <p:spPr>
            <a:xfrm>
              <a:off x="5656780" y="851521"/>
              <a:ext cx="4638605" cy="5154967"/>
            </a:xfrm>
            <a:custGeom>
              <a:avLst/>
              <a:gdLst/>
              <a:ahLst/>
              <a:cxnLst/>
              <a:rect l="l" t="t" r="r" b="b"/>
              <a:pathLst>
                <a:path w="6184806" h="5154967" extrusionOk="0">
                  <a:moveTo>
                    <a:pt x="363179" y="3125191"/>
                  </a:moveTo>
                  <a:cubicBezTo>
                    <a:pt x="363179" y="3125191"/>
                    <a:pt x="363179" y="3125191"/>
                    <a:pt x="898270" y="3125191"/>
                  </a:cubicBezTo>
                  <a:cubicBezTo>
                    <a:pt x="931786" y="3125191"/>
                    <a:pt x="964145" y="3143614"/>
                    <a:pt x="980326" y="3173551"/>
                  </a:cubicBezTo>
                  <a:cubicBezTo>
                    <a:pt x="980326" y="3173551"/>
                    <a:pt x="980326" y="3173551"/>
                    <a:pt x="1248448" y="3635277"/>
                  </a:cubicBezTo>
                  <a:cubicBezTo>
                    <a:pt x="1265784" y="3664063"/>
                    <a:pt x="1265784" y="3700909"/>
                    <a:pt x="1248448" y="3729695"/>
                  </a:cubicBezTo>
                  <a:cubicBezTo>
                    <a:pt x="1248448" y="3729695"/>
                    <a:pt x="1248448" y="3729695"/>
                    <a:pt x="980326" y="4191421"/>
                  </a:cubicBezTo>
                  <a:cubicBezTo>
                    <a:pt x="964145" y="4221358"/>
                    <a:pt x="931786" y="4239781"/>
                    <a:pt x="898270" y="4239781"/>
                  </a:cubicBezTo>
                  <a:cubicBezTo>
                    <a:pt x="898270" y="4239781"/>
                    <a:pt x="898270" y="4239781"/>
                    <a:pt x="363179" y="4239781"/>
                  </a:cubicBezTo>
                  <a:cubicBezTo>
                    <a:pt x="328508" y="4239781"/>
                    <a:pt x="297305" y="4221358"/>
                    <a:pt x="279969" y="4191421"/>
                  </a:cubicBezTo>
                  <a:cubicBezTo>
                    <a:pt x="279969" y="4191421"/>
                    <a:pt x="279969" y="4191421"/>
                    <a:pt x="13002" y="3729695"/>
                  </a:cubicBezTo>
                  <a:cubicBezTo>
                    <a:pt x="-4334" y="3700909"/>
                    <a:pt x="-4334" y="3664063"/>
                    <a:pt x="13002" y="3635277"/>
                  </a:cubicBezTo>
                  <a:cubicBezTo>
                    <a:pt x="13002" y="3635277"/>
                    <a:pt x="13002" y="3635277"/>
                    <a:pt x="279969" y="3173551"/>
                  </a:cubicBezTo>
                  <a:cubicBezTo>
                    <a:pt x="297305" y="3143614"/>
                    <a:pt x="328508" y="3125191"/>
                    <a:pt x="363179" y="3125191"/>
                  </a:cubicBezTo>
                  <a:close/>
                  <a:moveTo>
                    <a:pt x="2489721" y="570035"/>
                  </a:moveTo>
                  <a:cubicBezTo>
                    <a:pt x="2489721" y="570035"/>
                    <a:pt x="2489721" y="570035"/>
                    <a:pt x="2764862" y="570035"/>
                  </a:cubicBezTo>
                  <a:lnTo>
                    <a:pt x="2796959" y="570035"/>
                  </a:lnTo>
                  <a:lnTo>
                    <a:pt x="2827587" y="622777"/>
                  </a:lnTo>
                  <a:cubicBezTo>
                    <a:pt x="2870233" y="696217"/>
                    <a:pt x="2919858" y="781675"/>
                    <a:pt x="2977604" y="881117"/>
                  </a:cubicBezTo>
                  <a:cubicBezTo>
                    <a:pt x="3004153" y="925204"/>
                    <a:pt x="3004153" y="981634"/>
                    <a:pt x="2977604" y="1025720"/>
                  </a:cubicBezTo>
                  <a:cubicBezTo>
                    <a:pt x="2977604" y="1025720"/>
                    <a:pt x="2977604" y="1025720"/>
                    <a:pt x="2566968" y="1732863"/>
                  </a:cubicBezTo>
                  <a:cubicBezTo>
                    <a:pt x="2542188" y="1778712"/>
                    <a:pt x="2492629" y="1806927"/>
                    <a:pt x="2441299" y="1806927"/>
                  </a:cubicBezTo>
                  <a:cubicBezTo>
                    <a:pt x="2441299" y="1806927"/>
                    <a:pt x="2441299" y="1806927"/>
                    <a:pt x="1621798" y="1806927"/>
                  </a:cubicBezTo>
                  <a:cubicBezTo>
                    <a:pt x="1608523" y="1806927"/>
                    <a:pt x="1595580" y="1805163"/>
                    <a:pt x="1583218" y="1801802"/>
                  </a:cubicBezTo>
                  <a:lnTo>
                    <a:pt x="1556683" y="1790677"/>
                  </a:lnTo>
                  <a:lnTo>
                    <a:pt x="1572899" y="1762630"/>
                  </a:lnTo>
                  <a:cubicBezTo>
                    <a:pt x="1719523" y="1509042"/>
                    <a:pt x="1907201" y="1184448"/>
                    <a:pt x="2147429" y="768968"/>
                  </a:cubicBezTo>
                  <a:cubicBezTo>
                    <a:pt x="2218739" y="645819"/>
                    <a:pt x="2347099" y="570035"/>
                    <a:pt x="2489721" y="570035"/>
                  </a:cubicBezTo>
                  <a:close/>
                  <a:moveTo>
                    <a:pt x="1573268" y="0"/>
                  </a:moveTo>
                  <a:cubicBezTo>
                    <a:pt x="1573268" y="0"/>
                    <a:pt x="1573268" y="0"/>
                    <a:pt x="2497662" y="0"/>
                  </a:cubicBezTo>
                  <a:cubicBezTo>
                    <a:pt x="2555561" y="0"/>
                    <a:pt x="2611463" y="31828"/>
                    <a:pt x="2639415" y="83546"/>
                  </a:cubicBezTo>
                  <a:cubicBezTo>
                    <a:pt x="2639415" y="83546"/>
                    <a:pt x="2639415" y="83546"/>
                    <a:pt x="2887862" y="511387"/>
                  </a:cubicBezTo>
                  <a:lnTo>
                    <a:pt x="2915928" y="559720"/>
                  </a:lnTo>
                  <a:lnTo>
                    <a:pt x="2893844" y="559720"/>
                  </a:lnTo>
                  <a:lnTo>
                    <a:pt x="2789466" y="559720"/>
                  </a:lnTo>
                  <a:lnTo>
                    <a:pt x="2744122" y="481634"/>
                  </a:lnTo>
                  <a:cubicBezTo>
                    <a:pt x="2570885" y="183309"/>
                    <a:pt x="2570885" y="183309"/>
                    <a:pt x="2570885" y="183309"/>
                  </a:cubicBezTo>
                  <a:cubicBezTo>
                    <a:pt x="2546104" y="137459"/>
                    <a:pt x="2496545" y="109243"/>
                    <a:pt x="2445216" y="109243"/>
                  </a:cubicBezTo>
                  <a:cubicBezTo>
                    <a:pt x="1625714" y="109243"/>
                    <a:pt x="1625714" y="109243"/>
                    <a:pt x="1625714" y="109243"/>
                  </a:cubicBezTo>
                  <a:cubicBezTo>
                    <a:pt x="1572615" y="109243"/>
                    <a:pt x="1524825" y="137459"/>
                    <a:pt x="1498276" y="183309"/>
                  </a:cubicBezTo>
                  <a:cubicBezTo>
                    <a:pt x="1089410" y="890450"/>
                    <a:pt x="1089410" y="890450"/>
                    <a:pt x="1089410" y="890450"/>
                  </a:cubicBezTo>
                  <a:cubicBezTo>
                    <a:pt x="1062860" y="934537"/>
                    <a:pt x="1062860" y="990967"/>
                    <a:pt x="1089410" y="1035054"/>
                  </a:cubicBezTo>
                  <a:cubicBezTo>
                    <a:pt x="1498276" y="1742196"/>
                    <a:pt x="1498276" y="1742196"/>
                    <a:pt x="1498276" y="1742196"/>
                  </a:cubicBezTo>
                  <a:cubicBezTo>
                    <a:pt x="1511551" y="1765121"/>
                    <a:pt x="1530135" y="1783637"/>
                    <a:pt x="1552039" y="1796422"/>
                  </a:cubicBezTo>
                  <a:lnTo>
                    <a:pt x="1558260" y="1799029"/>
                  </a:lnTo>
                  <a:lnTo>
                    <a:pt x="1524911" y="1856707"/>
                  </a:lnTo>
                  <a:lnTo>
                    <a:pt x="1500108" y="1899604"/>
                  </a:lnTo>
                  <a:lnTo>
                    <a:pt x="1525834" y="1910390"/>
                  </a:lnTo>
                  <a:cubicBezTo>
                    <a:pt x="1539779" y="1914181"/>
                    <a:pt x="1554378" y="1916170"/>
                    <a:pt x="1569352" y="1916170"/>
                  </a:cubicBezTo>
                  <a:cubicBezTo>
                    <a:pt x="2493745" y="1916170"/>
                    <a:pt x="2493745" y="1916170"/>
                    <a:pt x="2493745" y="1916170"/>
                  </a:cubicBezTo>
                  <a:cubicBezTo>
                    <a:pt x="2551645" y="1916170"/>
                    <a:pt x="2607546" y="1884345"/>
                    <a:pt x="2635498" y="1832627"/>
                  </a:cubicBezTo>
                  <a:cubicBezTo>
                    <a:pt x="3098693" y="1034974"/>
                    <a:pt x="3098693" y="1034974"/>
                    <a:pt x="3098693" y="1034974"/>
                  </a:cubicBezTo>
                  <a:cubicBezTo>
                    <a:pt x="3128641" y="985246"/>
                    <a:pt x="3128641" y="921593"/>
                    <a:pt x="3098693" y="871863"/>
                  </a:cubicBezTo>
                  <a:cubicBezTo>
                    <a:pt x="3040794" y="772157"/>
                    <a:pt x="2990132" y="684914"/>
                    <a:pt x="2945803" y="608576"/>
                  </a:cubicBezTo>
                  <a:lnTo>
                    <a:pt x="2923422" y="570035"/>
                  </a:lnTo>
                  <a:lnTo>
                    <a:pt x="3027104" y="570035"/>
                  </a:lnTo>
                  <a:cubicBezTo>
                    <a:pt x="3349535" y="570035"/>
                    <a:pt x="3865424" y="570035"/>
                    <a:pt x="4690846" y="570035"/>
                  </a:cubicBezTo>
                  <a:cubicBezTo>
                    <a:pt x="4828714" y="570035"/>
                    <a:pt x="4961827" y="645819"/>
                    <a:pt x="5028384" y="768968"/>
                  </a:cubicBezTo>
                  <a:cubicBezTo>
                    <a:pt x="5028384" y="768968"/>
                    <a:pt x="5028384" y="768968"/>
                    <a:pt x="6131323" y="2668304"/>
                  </a:cubicBezTo>
                  <a:cubicBezTo>
                    <a:pt x="6202634" y="2786717"/>
                    <a:pt x="6202634" y="2938285"/>
                    <a:pt x="6131323" y="3056698"/>
                  </a:cubicBezTo>
                  <a:cubicBezTo>
                    <a:pt x="6131323" y="3056698"/>
                    <a:pt x="6131323" y="3056698"/>
                    <a:pt x="5028384" y="4956035"/>
                  </a:cubicBezTo>
                  <a:cubicBezTo>
                    <a:pt x="4961827" y="5079184"/>
                    <a:pt x="4828714" y="5154967"/>
                    <a:pt x="4690846" y="5154967"/>
                  </a:cubicBezTo>
                  <a:cubicBezTo>
                    <a:pt x="4690846" y="5154967"/>
                    <a:pt x="4690846" y="5154967"/>
                    <a:pt x="2489721" y="5154967"/>
                  </a:cubicBezTo>
                  <a:cubicBezTo>
                    <a:pt x="2347099" y="5154967"/>
                    <a:pt x="2218739" y="5079184"/>
                    <a:pt x="2147429" y="4956035"/>
                  </a:cubicBezTo>
                  <a:cubicBezTo>
                    <a:pt x="2147429" y="4956035"/>
                    <a:pt x="2147429" y="4956035"/>
                    <a:pt x="1049243" y="3056698"/>
                  </a:cubicBezTo>
                  <a:cubicBezTo>
                    <a:pt x="977932" y="2938285"/>
                    <a:pt x="977932" y="2786717"/>
                    <a:pt x="1049243" y="2668304"/>
                  </a:cubicBezTo>
                  <a:cubicBezTo>
                    <a:pt x="1049243" y="2668304"/>
                    <a:pt x="1049243" y="2668304"/>
                    <a:pt x="1457007" y="1963067"/>
                  </a:cubicBezTo>
                  <a:lnTo>
                    <a:pt x="1491373" y="1903634"/>
                  </a:lnTo>
                  <a:lnTo>
                    <a:pt x="1490164" y="1903127"/>
                  </a:lnTo>
                  <a:cubicBezTo>
                    <a:pt x="1465456" y="1888705"/>
                    <a:pt x="1444493" y="1867820"/>
                    <a:pt x="1429519" y="1841960"/>
                  </a:cubicBezTo>
                  <a:cubicBezTo>
                    <a:pt x="1429519" y="1841960"/>
                    <a:pt x="1429519" y="1841960"/>
                    <a:pt x="968320" y="1044307"/>
                  </a:cubicBezTo>
                  <a:cubicBezTo>
                    <a:pt x="938371" y="994579"/>
                    <a:pt x="938371" y="930926"/>
                    <a:pt x="968320" y="881196"/>
                  </a:cubicBezTo>
                  <a:cubicBezTo>
                    <a:pt x="968320" y="881196"/>
                    <a:pt x="968320" y="881196"/>
                    <a:pt x="1429519" y="83546"/>
                  </a:cubicBezTo>
                  <a:cubicBezTo>
                    <a:pt x="1459466" y="31828"/>
                    <a:pt x="1513373" y="0"/>
                    <a:pt x="1573268" y="0"/>
                  </a:cubicBezTo>
                  <a:close/>
                </a:path>
              </a:pathLst>
            </a:custGeom>
            <a:solidFill>
              <a:srgbClr val="7F7F7F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" name="Google Shape;91;p1">
              <a:extLst>
                <a:ext uri="{FF2B5EF4-FFF2-40B4-BE49-F238E27FC236}">
                  <a16:creationId xmlns:a16="http://schemas.microsoft.com/office/drawing/2014/main" id="{BD49B4EB-17DB-B0BC-4D63-F0B7157FE47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r="59917"/>
            <a:stretch/>
          </p:blipFill>
          <p:spPr>
            <a:xfrm>
              <a:off x="7091878" y="1949722"/>
              <a:ext cx="3203507" cy="3426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A2D1A0-F7AF-EBEA-9B17-94A48BFB2B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90A11-9870-D52F-6A2B-CF6C8867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399" y="0"/>
            <a:ext cx="12344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89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121920" y="9883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3" descr="Your startup LOGO"/>
          <p:cNvSpPr/>
          <p:nvPr/>
        </p:nvSpPr>
        <p:spPr>
          <a:xfrm>
            <a:off x="120223" y="256521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SMITH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8E6090-C2C7-BE3A-4E14-B4BAF6F8A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63821"/>
            <a:ext cx="6671733" cy="42545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FB49530-590B-436C-40CB-6A43A19832A2}"/>
              </a:ext>
            </a:extLst>
          </p:cNvPr>
          <p:cNvSpPr/>
          <p:nvPr/>
        </p:nvSpPr>
        <p:spPr>
          <a:xfrm>
            <a:off x="6815667" y="1536105"/>
            <a:ext cx="4690533" cy="33914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050" b="1" dirty="0">
                <a:solidFill>
                  <a:schemeClr val="tx1"/>
                </a:solidFill>
              </a:rPr>
              <a:t>ARCHITECTURE:</a:t>
            </a:r>
          </a:p>
          <a:p>
            <a:pPr marL="171450" lvl="3" indent="-1714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chemeClr val="tx1"/>
                </a:solidFill>
              </a:rPr>
              <a:t>Email Forensics Pipeline: Parses </a:t>
            </a:r>
            <a:r>
              <a:rPr lang="en-IN" b="1" dirty="0">
                <a:solidFill>
                  <a:schemeClr val="tx1"/>
                </a:solidFill>
              </a:rPr>
              <a:t>.</a:t>
            </a:r>
            <a:r>
              <a:rPr lang="en-IN" b="1" dirty="0" err="1">
                <a:solidFill>
                  <a:schemeClr val="tx1"/>
                </a:solidFill>
              </a:rPr>
              <a:t>eml</a:t>
            </a:r>
            <a:r>
              <a:rPr lang="en-IN" sz="1050" b="1" dirty="0">
                <a:solidFill>
                  <a:schemeClr val="tx1"/>
                </a:solidFill>
              </a:rPr>
              <a:t> files and </a:t>
            </a:r>
            <a:r>
              <a:rPr lang="en-IN" sz="1050" b="1" dirty="0" err="1">
                <a:solidFill>
                  <a:schemeClr val="tx1"/>
                </a:solidFill>
              </a:rPr>
              <a:t>analyzes</a:t>
            </a:r>
            <a:r>
              <a:rPr lang="en-IN" sz="1050" b="1" dirty="0">
                <a:solidFill>
                  <a:schemeClr val="tx1"/>
                </a:solidFill>
              </a:rPr>
              <a:t> headers, body, attachments and metadata. </a:t>
            </a:r>
          </a:p>
          <a:p>
            <a:pPr marL="171450" lvl="3" indent="-1714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chemeClr val="tx1"/>
                </a:solidFill>
              </a:rPr>
              <a:t>Authentication Analysis: Validates SPF/DKIM/DMARC and detects sender anomalies. </a:t>
            </a:r>
          </a:p>
          <a:p>
            <a:pPr marL="171450" lvl="3" indent="-1714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chemeClr val="tx1"/>
                </a:solidFill>
              </a:rPr>
              <a:t>AI/ML Engine: Detects phishing, BEC, impersonation and fraud patterns. </a:t>
            </a:r>
          </a:p>
          <a:p>
            <a:pPr marL="171450" lvl="3" indent="-1714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chemeClr val="tx1"/>
                </a:solidFill>
              </a:rPr>
              <a:t>Threat Intelligence: Enriches IPs, domains and URLs using reputation, DNS, ASN and geolocation. </a:t>
            </a:r>
          </a:p>
          <a:p>
            <a:pPr marL="171450" lvl="3" indent="-1714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chemeClr val="tx1"/>
                </a:solidFill>
              </a:rPr>
              <a:t>Correlation Engine: Links emails, IOCs and incidents to identify related campaigns.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050" b="1" dirty="0">
                <a:solidFill>
                  <a:schemeClr val="tx1"/>
                </a:solidFill>
              </a:rPr>
              <a:t>COMPONENTS: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chemeClr val="tx1"/>
                </a:solidFill>
              </a:rPr>
              <a:t>Forensic Engine: Reconstructs relay paths and extracts investigation-relevant IOCs.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chemeClr val="tx1"/>
                </a:solidFill>
              </a:rPr>
              <a:t>Risk Engine: Generates explainable threat scores and classifications.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chemeClr val="tx1"/>
                </a:solidFill>
              </a:rPr>
              <a:t>Investigation Module: Manages cases, timelines, evidence and chain-of-custody.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chemeClr val="tx1"/>
                </a:solidFill>
              </a:rPr>
              <a:t>Report Module: Preserves evidence and generates structured forensic reports.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4C633-693E-4A28-D2A9-9A6C42DB4043}"/>
              </a:ext>
            </a:extLst>
          </p:cNvPr>
          <p:cNvSpPr txBox="1"/>
          <p:nvPr/>
        </p:nvSpPr>
        <p:spPr>
          <a:xfrm>
            <a:off x="4515800" y="5359622"/>
            <a:ext cx="165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TECHNOLOGY</a:t>
            </a:r>
            <a:br>
              <a:rPr lang="en-US" b="1" dirty="0"/>
            </a:br>
            <a:r>
              <a:rPr lang="en-US" b="1" dirty="0"/>
              <a:t>STACK</a:t>
            </a:r>
            <a:endParaRPr lang="en-IN" b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C02D3DB-B2C8-8AFD-684B-84A79EC6C4CC}"/>
              </a:ext>
            </a:extLst>
          </p:cNvPr>
          <p:cNvSpPr/>
          <p:nvPr/>
        </p:nvSpPr>
        <p:spPr>
          <a:xfrm>
            <a:off x="6229512" y="5532565"/>
            <a:ext cx="516466" cy="186267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98BCA1-6EFD-11B7-282A-4324EA284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335" y="4960747"/>
            <a:ext cx="813434" cy="8134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877371-4BDC-4F1C-DE35-2FC3DCED94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797" y="5731932"/>
            <a:ext cx="535517" cy="535517"/>
          </a:xfrm>
          <a:prstGeom prst="rect">
            <a:avLst/>
          </a:prstGeom>
        </p:spPr>
      </p:pic>
      <p:pic>
        <p:nvPicPr>
          <p:cNvPr id="12" name="Picture 11" descr="FastAPI Logo PNG Vector (SVG) Free Download">
            <a:extLst>
              <a:ext uri="{FF2B5EF4-FFF2-40B4-BE49-F238E27FC236}">
                <a16:creationId xmlns:a16="http://schemas.microsoft.com/office/drawing/2014/main" id="{0CA5D8BC-90D3-224F-00E8-42870F8C80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9468" y="5007197"/>
            <a:ext cx="704850" cy="704850"/>
          </a:xfrm>
          <a:prstGeom prst="rect">
            <a:avLst/>
          </a:prstGeom>
        </p:spPr>
      </p:pic>
      <p:pic>
        <p:nvPicPr>
          <p:cNvPr id="14" name="Picture 13" descr="Python 程式語言圖示的向量插圖, 應用程式, 頁, CssPNG去背圖片素材免費下載，免摳圖設計圖案下載 - Pngtree | Python logo tattoo, Python drawing code, Programming icon">
            <a:extLst>
              <a:ext uri="{FF2B5EF4-FFF2-40B4-BE49-F238E27FC236}">
                <a16:creationId xmlns:a16="http://schemas.microsoft.com/office/drawing/2014/main" id="{314A620A-DB58-8F27-1A66-6E4B45D01C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057" y="4940860"/>
            <a:ext cx="813434" cy="863824"/>
          </a:xfrm>
          <a:prstGeom prst="rect">
            <a:avLst/>
          </a:prstGeom>
        </p:spPr>
      </p:pic>
      <p:pic>
        <p:nvPicPr>
          <p:cNvPr id="15" name="Picture 14" descr="PostgreSQL Logo image for Free Download">
            <a:extLst>
              <a:ext uri="{FF2B5EF4-FFF2-40B4-BE49-F238E27FC236}">
                <a16:creationId xmlns:a16="http://schemas.microsoft.com/office/drawing/2014/main" id="{40BA77CB-856B-2250-4FB2-A4890E8815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0976" y="5118654"/>
            <a:ext cx="503778" cy="503778"/>
          </a:xfrm>
          <a:prstGeom prst="rect">
            <a:avLst/>
          </a:prstGeom>
        </p:spPr>
      </p:pic>
      <p:pic>
        <p:nvPicPr>
          <p:cNvPr id="16" name="Picture 15" descr="Redis Logo &amp; Transparent Redis.PNG Logo Images">
            <a:extLst>
              <a:ext uri="{FF2B5EF4-FFF2-40B4-BE49-F238E27FC236}">
                <a16:creationId xmlns:a16="http://schemas.microsoft.com/office/drawing/2014/main" id="{9B3E6A68-80E3-48E7-E2E9-4F9CD2DBD3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0385" y="5661258"/>
            <a:ext cx="647596" cy="6475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25F50F-779F-713F-1D1E-84B654ABDC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7391" y="5710338"/>
            <a:ext cx="731100" cy="5769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8720B3-5D82-755D-B8C2-31AFD1D994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40166" y="5710338"/>
            <a:ext cx="909108" cy="5278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7D2F6-D9DC-251F-9A70-5DCB86A69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727" y="1557619"/>
            <a:ext cx="4650106" cy="4291853"/>
          </a:xfrm>
          <a:prstGeom prst="rec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</p:pic>
      <p:sp>
        <p:nvSpPr>
          <p:cNvPr id="123" name="Google Shape;123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422694" y="-33248"/>
            <a:ext cx="10972800" cy="1143000"/>
          </a:xfrm>
          <a:prstGeom prst="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6" name="Google Shape;126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 descr="Your startup LOGO"/>
          <p:cNvSpPr/>
          <p:nvPr/>
        </p:nvSpPr>
        <p:spPr>
          <a:xfrm>
            <a:off x="162064" y="129001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bg2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 Smith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98AD86-1A0F-9319-3A61-8474CA4AD67B}"/>
              </a:ext>
            </a:extLst>
          </p:cNvPr>
          <p:cNvSpPr/>
          <p:nvPr/>
        </p:nvSpPr>
        <p:spPr>
          <a:xfrm>
            <a:off x="656348" y="1109603"/>
            <a:ext cx="7224300" cy="163945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u="sng">
                <a:solidFill>
                  <a:schemeClr val="tx1"/>
                </a:solidFill>
              </a:rPr>
              <a:t>Feasibility of the Idea</a:t>
            </a:r>
            <a:br>
              <a:rPr lang="en-US" sz="2000" b="1" u="sng"/>
            </a:br>
            <a:endParaRPr lang="en-US" sz="2000" b="1">
              <a:solidFill>
                <a:schemeClr val="tx1"/>
              </a:solidFill>
              <a:cs typeface="Arial"/>
            </a:endParaRPr>
          </a:p>
          <a:p>
            <a:pPr marL="171450" indent="-171450" algn="ctr">
              <a:buFont typeface="Wingdings"/>
              <a:buChar char="§"/>
            </a:pPr>
            <a:r>
              <a:rPr lang="en-US" sz="1200" b="1">
                <a:solidFill>
                  <a:schemeClr val="tx1"/>
                </a:solidFill>
                <a:ea typeface="+mn-lt"/>
                <a:cs typeface="+mn-lt"/>
              </a:rPr>
              <a:t>Uses AI/ML, email analysis, threat intelligence, and open-source technologies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 for automated forensic investigation. </a:t>
            </a:r>
            <a:endParaRPr lang="en-US" sz="1200">
              <a:solidFill>
                <a:schemeClr val="tx1"/>
              </a:solidFill>
              <a:cs typeface="Arial"/>
            </a:endParaRPr>
          </a:p>
          <a:p>
            <a:pPr marL="171450" indent="-171450" algn="ctr">
              <a:buFont typeface="Wingdings"/>
              <a:buChar char="§"/>
            </a:pPr>
            <a:r>
              <a:rPr lang="en-US" sz="1200" b="1">
                <a:solidFill>
                  <a:schemeClr val="tx1"/>
                </a:solidFill>
                <a:ea typeface="+mn-lt"/>
                <a:cs typeface="+mn-lt"/>
              </a:rPr>
              <a:t>Offline-first architecture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 with bundled ML models and databases ensures reliable operation without external APIs.</a:t>
            </a:r>
            <a:endParaRPr lang="en-US" sz="1200">
              <a:solidFill>
                <a:schemeClr val="tx1"/>
              </a:solidFill>
              <a:cs typeface="Arial"/>
            </a:endParaRPr>
          </a:p>
          <a:p>
            <a:pPr marL="285750" indent="-285750" algn="ctr">
              <a:buFont typeface="Wingdings"/>
              <a:buChar char="§"/>
            </a:pPr>
            <a:endParaRPr lang="en-US" sz="1800" b="1">
              <a:solidFill>
                <a:schemeClr val="tx1"/>
              </a:solidFill>
              <a:cs typeface="Arial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20BF297-6CBC-8B86-4ABB-3D949D535243}"/>
              </a:ext>
            </a:extLst>
          </p:cNvPr>
          <p:cNvSpPr/>
          <p:nvPr/>
        </p:nvSpPr>
        <p:spPr>
          <a:xfrm>
            <a:off x="633937" y="2887973"/>
            <a:ext cx="7246709" cy="1639449"/>
          </a:xfrm>
          <a:prstGeom prst="rec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u="sng">
                <a:solidFill>
                  <a:schemeClr val="tx1"/>
                </a:solidFill>
              </a:rPr>
              <a:t>Potential Challenges &amp; Risks</a:t>
            </a:r>
            <a:endParaRPr lang="en-US" sz="2000" b="1" u="sng">
              <a:solidFill>
                <a:schemeClr val="tx1"/>
              </a:solidFill>
              <a:cs typeface="Arial"/>
            </a:endParaRPr>
          </a:p>
          <a:p>
            <a:pPr algn="ctr"/>
            <a:endParaRPr lang="en-US" sz="2000" b="1" u="sng">
              <a:solidFill>
                <a:schemeClr val="tx1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Manipulated/incomplete email headers</a:t>
            </a:r>
            <a:r>
              <a:rPr lang="en-US">
                <a:solidFill>
                  <a:schemeClr val="tx1"/>
                </a:solidFill>
              </a:rPr>
              <a:t> and inaccurate threat intelligence can affect analysis. 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chemeClr val="tx1"/>
                </a:solidFill>
              </a:rPr>
              <a:t>ML errors and network/API dependency</a:t>
            </a:r>
            <a:r>
              <a:rPr lang="en-US">
                <a:solidFill>
                  <a:schemeClr val="tx1"/>
                </a:solidFill>
              </a:rPr>
              <a:t> may impact risk classification and investigation.</a:t>
            </a:r>
            <a:endParaRPr lang="en-US">
              <a:solidFill>
                <a:schemeClr val="tx1"/>
              </a:solidFill>
              <a:cs typeface="Arial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8351BA-C582-42E3-ACC8-E89665A363AC}"/>
              </a:ext>
            </a:extLst>
          </p:cNvPr>
          <p:cNvSpPr/>
          <p:nvPr/>
        </p:nvSpPr>
        <p:spPr>
          <a:xfrm>
            <a:off x="633936" y="4689802"/>
            <a:ext cx="7246709" cy="1516184"/>
          </a:xfrm>
          <a:prstGeom prst="rec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u="sng">
                <a:solidFill>
                  <a:schemeClr val="tx1"/>
                </a:solidFill>
              </a:rPr>
              <a:t>Strategies to Overcome Challenges</a:t>
            </a:r>
            <a:endParaRPr lang="en-US" sz="2000" b="1" u="sng">
              <a:solidFill>
                <a:schemeClr val="tx1"/>
              </a:solidFill>
              <a:cs typeface="Arial"/>
            </a:endParaRPr>
          </a:p>
          <a:p>
            <a:pPr marL="457200" indent="-457200" algn="ctr">
              <a:buChar char="•"/>
            </a:pPr>
            <a:endParaRPr lang="en-US" sz="2000" b="1" u="sng">
              <a:solidFill>
                <a:schemeClr val="tx1"/>
              </a:solidFill>
              <a:cs typeface="Arial"/>
            </a:endParaRPr>
          </a:p>
          <a:p>
            <a:pPr marL="342900" indent="-342900">
              <a:buChar char="•"/>
            </a:pPr>
            <a:r>
              <a:rPr lang="en-US" b="1">
                <a:solidFill>
                  <a:schemeClr val="tx1"/>
                </a:solidFill>
              </a:rPr>
              <a:t>Cross-validate multiple signals</a:t>
            </a:r>
            <a:r>
              <a:rPr lang="en-US">
                <a:solidFill>
                  <a:schemeClr val="tx1"/>
                </a:solidFill>
              </a:rPr>
              <a:t> including SPF, DKIM, DMARC, IP reputation, URLs, and header anomalies. 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342900" indent="-342900">
              <a:buChar char="•"/>
            </a:pPr>
            <a:r>
              <a:rPr lang="en-US" b="1">
                <a:solidFill>
                  <a:schemeClr val="tx1"/>
                </a:solidFill>
              </a:rPr>
              <a:t>Use offline databases, fallback rules, SHA-256 integrity checks, and audit trails</a:t>
            </a:r>
            <a:r>
              <a:rPr lang="en-US">
                <a:solidFill>
                  <a:schemeClr val="tx1"/>
                </a:solidFill>
              </a:rPr>
              <a:t> for reliable analysis.</a:t>
            </a:r>
            <a:endParaRPr lang="en-US" sz="2000" b="1" u="sng">
              <a:solidFill>
                <a:schemeClr val="tx1"/>
              </a:solidFill>
              <a:cs typeface="Arial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dirty="0"/>
          </a:p>
        </p:txBody>
      </p:sp>
      <p:sp>
        <p:nvSpPr>
          <p:cNvPr id="137" name="Google Shape;137;p5"/>
          <p:cNvSpPr txBox="1"/>
          <p:nvPr/>
        </p:nvSpPr>
        <p:spPr>
          <a:xfrm>
            <a:off x="1810806" y="1169415"/>
            <a:ext cx="1600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SzPts val="4100"/>
            </a:pPr>
            <a:r>
              <a:rPr lang="en-IN" sz="2400" b="1" i="1" u="sng" dirty="0"/>
              <a:t>IMPACT</a:t>
            </a:r>
            <a:endParaRPr lang="en-US" sz="2400" b="1" i="1" u="sng" dirty="0">
              <a:solidFill>
                <a:schemeClr val="dk1"/>
              </a:solidFill>
            </a:endParaRPr>
          </a:p>
        </p:txBody>
      </p:sp>
      <p:sp>
        <p:nvSpPr>
          <p:cNvPr id="138" name="Google Shape;13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Smith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A02E3D-24C3-FED7-D80C-949A687E2D26}"/>
              </a:ext>
            </a:extLst>
          </p:cNvPr>
          <p:cNvSpPr txBox="1"/>
          <p:nvPr/>
        </p:nvSpPr>
        <p:spPr>
          <a:xfrm>
            <a:off x="1157647" y="1732648"/>
            <a:ext cx="3124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Early Threat Detection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Faster Forensic Investigation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Improved Infrastructure Visibility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Evidence-Based Incident Response</a:t>
            </a:r>
            <a:endParaRPr lang="en-IN" dirty="0"/>
          </a:p>
          <a:p>
            <a:endParaRPr lang="en-IN" dirty="0"/>
          </a:p>
        </p:txBody>
      </p:sp>
      <p:sp>
        <p:nvSpPr>
          <p:cNvPr id="3" name="Minus Sign 2">
            <a:extLst>
              <a:ext uri="{FF2B5EF4-FFF2-40B4-BE49-F238E27FC236}">
                <a16:creationId xmlns:a16="http://schemas.microsoft.com/office/drawing/2014/main" id="{3590B343-2D59-E3EE-2BE6-7A64BDA7BD3A}"/>
              </a:ext>
            </a:extLst>
          </p:cNvPr>
          <p:cNvSpPr/>
          <p:nvPr/>
        </p:nvSpPr>
        <p:spPr>
          <a:xfrm>
            <a:off x="329772" y="3298477"/>
            <a:ext cx="4779949" cy="45719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E4EAB3-70AF-FA4A-6395-1D62D7170039}"/>
              </a:ext>
            </a:extLst>
          </p:cNvPr>
          <p:cNvCxnSpPr>
            <a:cxnSpLocks/>
          </p:cNvCxnSpPr>
          <p:nvPr/>
        </p:nvCxnSpPr>
        <p:spPr>
          <a:xfrm>
            <a:off x="4892030" y="1169415"/>
            <a:ext cx="0" cy="4949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1FB6FA-39C5-1BF3-1B64-5339F4ED9FFA}"/>
              </a:ext>
            </a:extLst>
          </p:cNvPr>
          <p:cNvSpPr txBox="1"/>
          <p:nvPr/>
        </p:nvSpPr>
        <p:spPr>
          <a:xfrm>
            <a:off x="1576731" y="3476339"/>
            <a:ext cx="2068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/>
              <a:t>BENEFITS</a:t>
            </a:r>
            <a:endParaRPr lang="en-IN" sz="2400" b="1" i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ADB83-5F70-75B8-A65F-A1D6C6FB961D}"/>
              </a:ext>
            </a:extLst>
          </p:cNvPr>
          <p:cNvSpPr txBox="1"/>
          <p:nvPr/>
        </p:nvSpPr>
        <p:spPr>
          <a:xfrm>
            <a:off x="1066800" y="4114800"/>
            <a:ext cx="32150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Reduced Financial Fraud Risk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Better Phishing &amp; BEC Detection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Centralized Email Investigation</a:t>
            </a:r>
            <a:r>
              <a:rPr lang="en-IN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Campaign-Level Threat Correlation</a:t>
            </a:r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9F6CA6-9DF9-B7F5-E986-EEB6A130698A}"/>
              </a:ext>
            </a:extLst>
          </p:cNvPr>
          <p:cNvSpPr txBox="1"/>
          <p:nvPr/>
        </p:nvSpPr>
        <p:spPr>
          <a:xfrm>
            <a:off x="5253479" y="1186280"/>
            <a:ext cx="611123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FOR INSTANCE: USER STORY</a:t>
            </a:r>
          </a:p>
          <a:p>
            <a:pPr algn="ctr"/>
            <a:endParaRPr lang="en-IN" b="1" dirty="0"/>
          </a:p>
          <a:p>
            <a:pPr algn="ctr"/>
            <a:r>
              <a:rPr lang="en-IN" b="1" u="sng" dirty="0"/>
              <a:t>Scenario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A finance employee receives an urgent payment request that appears to come from a senior executive.</a:t>
            </a:r>
          </a:p>
          <a:p>
            <a:endParaRPr lang="en-IN" dirty="0"/>
          </a:p>
          <a:p>
            <a:pPr algn="ctr"/>
            <a:r>
              <a:rPr lang="en-IN" b="1" u="sng" dirty="0"/>
              <a:t>Impact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Detects lookalike domain, Reply-To mismatch and authentication anomalies.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AI/ML classifies the email as High-Risk BEC.</a:t>
            </a:r>
          </a:p>
          <a:p>
            <a:endParaRPr lang="en-IN" b="1" dirty="0"/>
          </a:p>
          <a:p>
            <a:pPr algn="ctr"/>
            <a:r>
              <a:rPr lang="en-IN" b="1" u="sng" dirty="0"/>
              <a:t>Investigation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Traces relay path and enriches suspicious IP/domain infrastructure.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Correlates related emails and IOCs to identify a possible campaign.</a:t>
            </a:r>
          </a:p>
          <a:p>
            <a:endParaRPr lang="en-IN" b="1" dirty="0"/>
          </a:p>
          <a:p>
            <a:pPr algn="ctr"/>
            <a:r>
              <a:rPr lang="en-IN" b="1" u="sng" dirty="0"/>
              <a:t>Outcome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Preserves evidence and investigation timeline.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Generates a structured forensic report.</a:t>
            </a:r>
            <a:br>
              <a:rPr lang="en-IN" b="1" dirty="0"/>
            </a:br>
            <a:br>
              <a:rPr lang="en-IN" b="1" dirty="0"/>
            </a:br>
            <a:endParaRPr lang="en-IN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465666" y="1773702"/>
            <a:ext cx="6265334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1800" dirty="0"/>
              <a:t>🔗 </a:t>
            </a:r>
            <a:r>
              <a:rPr lang="en-IN" sz="1800" b="1" dirty="0"/>
              <a:t>RFC 5322 — Internet Message Format              	</a:t>
            </a:r>
          </a:p>
          <a:p>
            <a:pPr lvl="0"/>
            <a:r>
              <a:rPr lang="en-IN" sz="1800" dirty="0">
                <a:hlinkClick r:id="rId3"/>
              </a:rPr>
              <a:t>Open RFC 5322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🔗 </a:t>
            </a:r>
            <a:r>
              <a:rPr lang="en-IN" sz="1800" b="1" dirty="0"/>
              <a:t>RFC 5321 — Simple Mail Transfer Protocol (SMTP)</a:t>
            </a:r>
            <a:br>
              <a:rPr lang="en-IN" sz="1800" dirty="0"/>
            </a:br>
            <a:r>
              <a:rPr lang="en-IN" sz="1800" dirty="0">
                <a:hlinkClick r:id="rId4"/>
              </a:rPr>
              <a:t>Open RFC 5321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🔗 </a:t>
            </a:r>
            <a:r>
              <a:rPr lang="en-IN" sz="1800" b="1" dirty="0"/>
              <a:t>RFC 7208 — Sender Policy Framework (SPF)</a:t>
            </a:r>
            <a:br>
              <a:rPr lang="en-IN" sz="1800" dirty="0"/>
            </a:br>
            <a:r>
              <a:rPr lang="en-IN" sz="1800" dirty="0">
                <a:hlinkClick r:id="rId5"/>
              </a:rPr>
              <a:t>Open RFC 7208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🔗 </a:t>
            </a:r>
            <a:r>
              <a:rPr lang="en-IN" sz="1800" b="1" dirty="0"/>
              <a:t>RFC 6376 — DomainKeys Identified Mail (DKIM)     </a:t>
            </a:r>
            <a:r>
              <a:rPr lang="en-IN" sz="1800" dirty="0">
                <a:hlinkClick r:id="rId6"/>
              </a:rPr>
              <a:t>Open RFC 6376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🔗 </a:t>
            </a:r>
            <a:r>
              <a:rPr lang="en-IN" sz="1800" b="1" dirty="0"/>
              <a:t>RFC 7489 — DMARC</a:t>
            </a:r>
          </a:p>
          <a:p>
            <a:pPr lvl="0"/>
            <a:r>
              <a:rPr lang="en-IN" sz="1800" b="1" dirty="0"/>
              <a:t>  </a:t>
            </a:r>
            <a:r>
              <a:rPr lang="en-IN" sz="1800" dirty="0">
                <a:hlinkClick r:id="rId7"/>
              </a:rPr>
              <a:t>Open RFC 7489</a:t>
            </a:r>
            <a:r>
              <a:rPr lang="en-IN" sz="1800" dirty="0"/>
              <a:t> 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Smith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962234-89B7-B1B0-7588-67521533D39F}"/>
              </a:ext>
            </a:extLst>
          </p:cNvPr>
          <p:cNvSpPr txBox="1"/>
          <p:nvPr/>
        </p:nvSpPr>
        <p:spPr>
          <a:xfrm>
            <a:off x="6731000" y="1773702"/>
            <a:ext cx="4927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800" dirty="0"/>
              <a:t>🔗 </a:t>
            </a:r>
            <a:r>
              <a:rPr lang="en-IN" sz="1800" b="1" dirty="0"/>
              <a:t>MITRE ATT&amp;CK</a:t>
            </a:r>
            <a:br>
              <a:rPr lang="en-IN" sz="1800" dirty="0"/>
            </a:br>
            <a:r>
              <a:rPr lang="en-IN" sz="1800" dirty="0">
                <a:hlinkClick r:id="rId9"/>
              </a:rPr>
              <a:t>MITRE ATT&amp;CK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🔗 </a:t>
            </a:r>
            <a:r>
              <a:rPr lang="en-IN" sz="1800" b="1" dirty="0"/>
              <a:t>NIST Cybersecurity Framework 2.0</a:t>
            </a:r>
            <a:br>
              <a:rPr lang="en-IN" sz="1800" dirty="0"/>
            </a:br>
            <a:r>
              <a:rPr lang="en-IN" sz="1800" dirty="0">
                <a:hlinkClick r:id="rId10"/>
              </a:rPr>
              <a:t>NIST CSF 2.0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🔗 </a:t>
            </a:r>
            <a:r>
              <a:rPr lang="en-IN" sz="1800" b="1" dirty="0"/>
              <a:t>STIX 2.1 — Structured Threat Information Expression</a:t>
            </a:r>
            <a:br>
              <a:rPr lang="en-IN" sz="1800" dirty="0"/>
            </a:br>
            <a:r>
              <a:rPr lang="en-IN" sz="1800" dirty="0">
                <a:hlinkClick r:id="rId11"/>
              </a:rPr>
              <a:t>OASIS CTI / STIX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🔗 </a:t>
            </a:r>
            <a:r>
              <a:rPr lang="en-IN" sz="1800" b="1" dirty="0"/>
              <a:t>TAXII 2.1 — Trusted Automated Exchange of Intelligence Information</a:t>
            </a:r>
            <a:br>
              <a:rPr lang="en-IN" sz="1800" dirty="0"/>
            </a:br>
            <a:r>
              <a:rPr lang="en-IN" sz="1800" dirty="0">
                <a:hlinkClick r:id="rId12"/>
              </a:rPr>
              <a:t>TAXII 2.1</a:t>
            </a:r>
            <a:r>
              <a:rPr lang="en-IN" sz="1800" dirty="0"/>
              <a:t> </a:t>
            </a:r>
          </a:p>
          <a:p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554</Words>
  <Application>Microsoft Office PowerPoint</Application>
  <PresentationFormat>Widescreen</PresentationFormat>
  <Paragraphs>96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Times New Roman</vt:lpstr>
      <vt:lpstr>Wingdings</vt:lpstr>
      <vt:lpstr>Calibri</vt:lpstr>
      <vt:lpstr>Garamond</vt:lpstr>
      <vt:lpstr>Oswald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Sagar Kharbikar</cp:lastModifiedBy>
  <cp:revision>1</cp:revision>
  <dcterms:created xsi:type="dcterms:W3CDTF">2013-12-12T18:46:50Z</dcterms:created>
  <dcterms:modified xsi:type="dcterms:W3CDTF">2026-08-30T18:59:11Z</dcterms:modified>
</cp:coreProperties>
</file>